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15" d="100"/>
          <a:sy n="115" d="100"/>
        </p:scale>
        <p:origin x="438" y="7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72C8BD-80E3-454D-8DDC-420738ACBFE0}" type="doc">
      <dgm:prSet loTypeId="urn:diagrams.loki3.com/VaryingWidthList" loCatId="list" qsTypeId="urn:microsoft.com/office/officeart/2005/8/quickstyle/simple1" qsCatId="simple" csTypeId="urn:microsoft.com/office/officeart/2005/8/colors/accent1_2" csCatId="accent1" phldr="1"/>
      <dgm:spPr/>
    </dgm:pt>
    <dgm:pt modelId="{CD3E69AC-1C44-4619-AF9B-30CAE75E55CE}" type="pres">
      <dgm:prSet presAssocID="{AE72C8BD-80E3-454D-8DDC-420738ACBFE0}" presName="Name0" presStyleCnt="0">
        <dgm:presLayoutVars>
          <dgm:resizeHandles/>
        </dgm:presLayoutVars>
      </dgm:prSet>
      <dgm:spPr/>
    </dgm:pt>
  </dgm:ptLst>
  <dgm:cxnLst>
    <dgm:cxn modelId="{54092408-04CD-4D4B-BED6-2282DC12C3B9}" type="presOf" srcId="{AE72C8BD-80E3-454D-8DDC-420738ACBFE0}" destId="{CD3E69AC-1C44-4619-AF9B-30CAE75E55CE}" srcOrd="0"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EBCD20-43D3-42BE-A94B-38CA812A78B3}"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GB"/>
        </a:p>
      </dgm:t>
    </dgm:pt>
    <dgm:pt modelId="{9F329E9A-F539-46C1-9635-3045E34B96B0}">
      <dgm:prSet phldrT="[Text]" custT="1"/>
      <dgm:spPr/>
      <dgm:t>
        <a:bodyPr/>
        <a:lstStyle/>
        <a:p>
          <a:r>
            <a:rPr lang="en-IE" sz="1000" dirty="0"/>
            <a:t>Implementation 1 (Past)</a:t>
          </a:r>
          <a:endParaRPr lang="en-GB" sz="1000" dirty="0"/>
        </a:p>
      </dgm:t>
    </dgm:pt>
    <dgm:pt modelId="{F272A6AC-024B-4065-8CC2-06C895D22846}" type="parTrans" cxnId="{FBCDF3D5-DCB3-431C-933A-86FC50A81F51}">
      <dgm:prSet/>
      <dgm:spPr/>
      <dgm:t>
        <a:bodyPr/>
        <a:lstStyle/>
        <a:p>
          <a:endParaRPr lang="en-GB" sz="2400"/>
        </a:p>
      </dgm:t>
    </dgm:pt>
    <dgm:pt modelId="{42706CF8-55AE-47A2-B2CC-A22330E71B89}" type="sibTrans" cxnId="{FBCDF3D5-DCB3-431C-933A-86FC50A81F51}">
      <dgm:prSet/>
      <dgm:spPr/>
      <dgm:t>
        <a:bodyPr/>
        <a:lstStyle/>
        <a:p>
          <a:endParaRPr lang="en-GB" sz="2400"/>
        </a:p>
      </dgm:t>
    </dgm:pt>
    <dgm:pt modelId="{31CC8DEF-3D6B-4EEA-9581-DC4858B75964}">
      <dgm:prSet phldrT="[Text]" custT="1"/>
      <dgm:spPr/>
      <dgm:t>
        <a:bodyPr/>
        <a:lstStyle/>
        <a:p>
          <a:r>
            <a:rPr lang="en-IE" sz="1000" dirty="0"/>
            <a:t>Basic Project Setup : Scenes &amp; </a:t>
          </a:r>
          <a:r>
            <a:rPr lang="en-IE" sz="1000" dirty="0" err="1"/>
            <a:t>TileMap</a:t>
          </a:r>
          <a:r>
            <a:rPr lang="en-IE" sz="1000" dirty="0"/>
            <a:t> foundations</a:t>
          </a:r>
          <a:endParaRPr lang="en-GB" sz="1000" dirty="0"/>
        </a:p>
      </dgm:t>
    </dgm:pt>
    <dgm:pt modelId="{E085AFCE-888B-46A1-AD93-60BE87252B60}" type="parTrans" cxnId="{AA8B27F2-27FF-4E9F-B252-5FE6069B0315}">
      <dgm:prSet/>
      <dgm:spPr/>
      <dgm:t>
        <a:bodyPr/>
        <a:lstStyle/>
        <a:p>
          <a:endParaRPr lang="en-GB" sz="2400"/>
        </a:p>
      </dgm:t>
    </dgm:pt>
    <dgm:pt modelId="{472CF30C-D626-4782-B9FB-74916E0BEBC0}" type="sibTrans" cxnId="{AA8B27F2-27FF-4E9F-B252-5FE6069B0315}">
      <dgm:prSet/>
      <dgm:spPr/>
      <dgm:t>
        <a:bodyPr/>
        <a:lstStyle/>
        <a:p>
          <a:endParaRPr lang="en-GB" sz="2400"/>
        </a:p>
      </dgm:t>
    </dgm:pt>
    <dgm:pt modelId="{9F8C0465-3084-467B-A3E7-F2415A5628E9}">
      <dgm:prSet phldrT="[Text]" custT="1"/>
      <dgm:spPr/>
      <dgm:t>
        <a:bodyPr/>
        <a:lstStyle/>
        <a:p>
          <a:r>
            <a:rPr lang="en-IE" sz="700" dirty="0"/>
            <a:t>This Implementation phase was brief, it’s goal is to setup a project foundation to build onto and research new concepts that may apply. </a:t>
          </a:r>
          <a:endParaRPr lang="en-GB" sz="700" dirty="0"/>
        </a:p>
      </dgm:t>
    </dgm:pt>
    <dgm:pt modelId="{4D25EA37-1C8B-4EC1-94DB-DBBD3128735E}" type="parTrans" cxnId="{24914B43-097D-46FC-99C2-A887061C5FB1}">
      <dgm:prSet/>
      <dgm:spPr/>
      <dgm:t>
        <a:bodyPr/>
        <a:lstStyle/>
        <a:p>
          <a:endParaRPr lang="en-GB" sz="2400"/>
        </a:p>
      </dgm:t>
    </dgm:pt>
    <dgm:pt modelId="{357E1DB9-D15D-4F4A-9F21-54BE410C6267}" type="sibTrans" cxnId="{24914B43-097D-46FC-99C2-A887061C5FB1}">
      <dgm:prSet/>
      <dgm:spPr/>
      <dgm:t>
        <a:bodyPr/>
        <a:lstStyle/>
        <a:p>
          <a:endParaRPr lang="en-GB" sz="2400"/>
        </a:p>
      </dgm:t>
    </dgm:pt>
    <dgm:pt modelId="{D7D43F16-5459-44B1-8BC7-763DD596F863}">
      <dgm:prSet phldrT="[Text]" custT="1"/>
      <dgm:spPr/>
      <dgm:t>
        <a:bodyPr/>
        <a:lstStyle/>
        <a:p>
          <a:r>
            <a:rPr lang="en-IE" sz="1000" dirty="0"/>
            <a:t>Implementation 2 (Present)</a:t>
          </a:r>
          <a:endParaRPr lang="en-GB" sz="1000" dirty="0"/>
        </a:p>
      </dgm:t>
    </dgm:pt>
    <dgm:pt modelId="{A442FF81-1C97-49C1-B420-B8918EB97757}" type="parTrans" cxnId="{AA75349A-3E89-4084-970A-68CC3A0E72C8}">
      <dgm:prSet/>
      <dgm:spPr/>
      <dgm:t>
        <a:bodyPr/>
        <a:lstStyle/>
        <a:p>
          <a:endParaRPr lang="en-GB" sz="2400"/>
        </a:p>
      </dgm:t>
    </dgm:pt>
    <dgm:pt modelId="{0352BE5C-AA54-44DD-9032-970C4015B350}" type="sibTrans" cxnId="{AA75349A-3E89-4084-970A-68CC3A0E72C8}">
      <dgm:prSet/>
      <dgm:spPr/>
      <dgm:t>
        <a:bodyPr/>
        <a:lstStyle/>
        <a:p>
          <a:endParaRPr lang="en-GB" sz="2400"/>
        </a:p>
      </dgm:t>
    </dgm:pt>
    <dgm:pt modelId="{E98D1156-DA25-4809-9C04-125FC6A9DEF7}">
      <dgm:prSet phldrT="[Text]" custT="1"/>
      <dgm:spPr/>
      <dgm:t>
        <a:bodyPr/>
        <a:lstStyle/>
        <a:p>
          <a:r>
            <a:rPr lang="en-IE" sz="1000" dirty="0"/>
            <a:t>Player Movement and </a:t>
          </a:r>
          <a:r>
            <a:rPr lang="en-IE" sz="1000" dirty="0" err="1"/>
            <a:t>TileMap</a:t>
          </a:r>
          <a:r>
            <a:rPr lang="en-IE" sz="1000" dirty="0"/>
            <a:t> – Map Awareness</a:t>
          </a:r>
          <a:endParaRPr lang="en-GB" sz="1000" dirty="0"/>
        </a:p>
      </dgm:t>
    </dgm:pt>
    <dgm:pt modelId="{D62469DC-706A-4CF7-9BB8-B137220D96E5}" type="parTrans" cxnId="{0204F833-240E-4AAA-AFD1-9F4891B1104B}">
      <dgm:prSet/>
      <dgm:spPr/>
      <dgm:t>
        <a:bodyPr/>
        <a:lstStyle/>
        <a:p>
          <a:endParaRPr lang="en-GB" sz="2400"/>
        </a:p>
      </dgm:t>
    </dgm:pt>
    <dgm:pt modelId="{67B8FFD1-6F60-4AAC-810F-ED2280816981}" type="sibTrans" cxnId="{0204F833-240E-4AAA-AFD1-9F4891B1104B}">
      <dgm:prSet/>
      <dgm:spPr/>
      <dgm:t>
        <a:bodyPr/>
        <a:lstStyle/>
        <a:p>
          <a:endParaRPr lang="en-GB" sz="2400"/>
        </a:p>
      </dgm:t>
    </dgm:pt>
    <dgm:pt modelId="{D4D4E6A0-6EE6-4728-B31E-2E004CE57AB4}">
      <dgm:prSet phldrT="[Text]" custT="1"/>
      <dgm:spPr/>
      <dgm:t>
        <a:bodyPr/>
        <a:lstStyle/>
        <a:p>
          <a:r>
            <a:rPr lang="en-IE" sz="700" dirty="0"/>
            <a:t>This implementation is currently ongoing as of writing(Update if this changes) – It will go over Player movement in the world and making it feel smooth such as; camera view changes to follow the moving player, player will “Eventually” have a sprite and different animations based on what they are doing.</a:t>
          </a:r>
          <a:endParaRPr lang="en-GB" sz="700" dirty="0"/>
        </a:p>
      </dgm:t>
    </dgm:pt>
    <dgm:pt modelId="{37F4965B-8328-4712-B698-CC307D55CC8D}" type="parTrans" cxnId="{AA200087-EAA3-4AA1-8FBA-76BF5926ABF5}">
      <dgm:prSet/>
      <dgm:spPr/>
      <dgm:t>
        <a:bodyPr/>
        <a:lstStyle/>
        <a:p>
          <a:endParaRPr lang="en-GB" sz="2400"/>
        </a:p>
      </dgm:t>
    </dgm:pt>
    <dgm:pt modelId="{C1F2B618-58B9-4CAE-9E26-0ECAE7728028}" type="sibTrans" cxnId="{AA200087-EAA3-4AA1-8FBA-76BF5926ABF5}">
      <dgm:prSet/>
      <dgm:spPr/>
      <dgm:t>
        <a:bodyPr/>
        <a:lstStyle/>
        <a:p>
          <a:endParaRPr lang="en-GB" sz="2400"/>
        </a:p>
      </dgm:t>
    </dgm:pt>
    <dgm:pt modelId="{CDAF3068-33FC-4F27-8B81-745E6EB25B03}">
      <dgm:prSet phldrT="[Text]" custT="1"/>
      <dgm:spPr/>
      <dgm:t>
        <a:bodyPr/>
        <a:lstStyle/>
        <a:p>
          <a:r>
            <a:rPr lang="en-IE" sz="1000" dirty="0"/>
            <a:t>Implementation 3 (Future &amp; Beyond)</a:t>
          </a:r>
          <a:endParaRPr lang="en-GB" sz="1000" dirty="0"/>
        </a:p>
      </dgm:t>
    </dgm:pt>
    <dgm:pt modelId="{53493627-DB65-4B53-9D89-26AA824FEE18}" type="parTrans" cxnId="{9E4BD0A3-F9C8-4B04-A05F-ED5621BAD3C1}">
      <dgm:prSet/>
      <dgm:spPr/>
      <dgm:t>
        <a:bodyPr/>
        <a:lstStyle/>
        <a:p>
          <a:endParaRPr lang="en-GB" sz="2400"/>
        </a:p>
      </dgm:t>
    </dgm:pt>
    <dgm:pt modelId="{EFCB5413-5154-43E1-9FDC-8C2FD6AAE7E9}" type="sibTrans" cxnId="{9E4BD0A3-F9C8-4B04-A05F-ED5621BAD3C1}">
      <dgm:prSet/>
      <dgm:spPr/>
      <dgm:t>
        <a:bodyPr/>
        <a:lstStyle/>
        <a:p>
          <a:endParaRPr lang="en-GB" sz="2400"/>
        </a:p>
      </dgm:t>
    </dgm:pt>
    <dgm:pt modelId="{95FD4637-50AE-49D2-9A68-899C3435762C}">
      <dgm:prSet phldrT="[Text]" custT="1"/>
      <dgm:spPr/>
      <dgm:t>
        <a:bodyPr/>
        <a:lstStyle/>
        <a:p>
          <a:r>
            <a:rPr lang="en-IE" sz="1000" dirty="0"/>
            <a:t>Inventory &amp; Resource Acquisition</a:t>
          </a:r>
          <a:endParaRPr lang="en-GB" sz="1000" dirty="0"/>
        </a:p>
      </dgm:t>
    </dgm:pt>
    <dgm:pt modelId="{DF2FB0A7-694C-4504-8AD7-05F09B7F8A21}" type="parTrans" cxnId="{64453A97-59BF-46E2-932C-A2DEBA680B77}">
      <dgm:prSet/>
      <dgm:spPr/>
      <dgm:t>
        <a:bodyPr/>
        <a:lstStyle/>
        <a:p>
          <a:endParaRPr lang="en-GB" sz="2400"/>
        </a:p>
      </dgm:t>
    </dgm:pt>
    <dgm:pt modelId="{2BF94C24-5A26-4109-9094-76D385B462A5}" type="sibTrans" cxnId="{64453A97-59BF-46E2-932C-A2DEBA680B77}">
      <dgm:prSet/>
      <dgm:spPr/>
      <dgm:t>
        <a:bodyPr/>
        <a:lstStyle/>
        <a:p>
          <a:endParaRPr lang="en-GB" sz="2400"/>
        </a:p>
      </dgm:t>
    </dgm:pt>
    <dgm:pt modelId="{AD0055CB-FEB0-4BCB-87C5-CEA9F9B908C7}">
      <dgm:prSet phldrT="[Text]" custT="1"/>
      <dgm:spPr/>
      <dgm:t>
        <a:bodyPr/>
        <a:lstStyle/>
        <a:p>
          <a:r>
            <a:rPr lang="en-IE" sz="700" dirty="0"/>
            <a:t>This implementation has been researched a little bit, but not extensively. – Core will be setting up the Inventory with several methods of acquiring, sending or otherwise moving items around. NOTE: As of writing current goal is to mess with Modals, I need to look into this for the settings persisting between scenes and such, so being able to open 2 mini modals – inventory’s of A and B would be stellar. But if too complicated I have a backup plan to pivot – Resource Retrieval Pads.</a:t>
          </a:r>
          <a:endParaRPr lang="en-GB" sz="700" dirty="0"/>
        </a:p>
      </dgm:t>
    </dgm:pt>
    <dgm:pt modelId="{00A7B036-87AE-45FB-A20B-A7758B7CC940}" type="parTrans" cxnId="{CB317011-5867-478B-95C7-24E023A3B4EB}">
      <dgm:prSet/>
      <dgm:spPr/>
      <dgm:t>
        <a:bodyPr/>
        <a:lstStyle/>
        <a:p>
          <a:endParaRPr lang="en-GB" sz="2400"/>
        </a:p>
      </dgm:t>
    </dgm:pt>
    <dgm:pt modelId="{706C463A-512F-4824-8E0A-FD2C7CB03D77}" type="sibTrans" cxnId="{CB317011-5867-478B-95C7-24E023A3B4EB}">
      <dgm:prSet/>
      <dgm:spPr/>
      <dgm:t>
        <a:bodyPr/>
        <a:lstStyle/>
        <a:p>
          <a:endParaRPr lang="en-GB" sz="2400"/>
        </a:p>
      </dgm:t>
    </dgm:pt>
    <dgm:pt modelId="{5629BA0E-0A63-4A68-B682-534931628748}">
      <dgm:prSet phldrT="[Text]" custT="1"/>
      <dgm:spPr/>
      <dgm:t>
        <a:bodyPr/>
        <a:lstStyle/>
        <a:p>
          <a:r>
            <a:rPr lang="en-IE" sz="700" dirty="0"/>
            <a:t>Experimentation with this research has led upon a few ideas and implementation changes, example; Using </a:t>
          </a:r>
          <a:r>
            <a:rPr lang="en-IE" sz="700" dirty="0" err="1"/>
            <a:t>Callbacks</a:t>
          </a:r>
          <a:r>
            <a:rPr lang="en-IE" sz="700" dirty="0"/>
            <a:t> for button effects.</a:t>
          </a:r>
          <a:endParaRPr lang="en-GB" sz="700" dirty="0"/>
        </a:p>
      </dgm:t>
    </dgm:pt>
    <dgm:pt modelId="{DC7B8E1E-B4F2-49A8-BE2F-6F46B64E46A4}" type="parTrans" cxnId="{6E59C258-CE79-4519-A854-881FD4DE0FC4}">
      <dgm:prSet/>
      <dgm:spPr/>
      <dgm:t>
        <a:bodyPr/>
        <a:lstStyle/>
        <a:p>
          <a:endParaRPr lang="en-GB" sz="2400"/>
        </a:p>
      </dgm:t>
    </dgm:pt>
    <dgm:pt modelId="{BD9BAF0D-6E6B-475E-9336-B346F0DC1EC0}" type="sibTrans" cxnId="{6E59C258-CE79-4519-A854-881FD4DE0FC4}">
      <dgm:prSet/>
      <dgm:spPr/>
      <dgm:t>
        <a:bodyPr/>
        <a:lstStyle/>
        <a:p>
          <a:endParaRPr lang="en-GB" sz="2400"/>
        </a:p>
      </dgm:t>
    </dgm:pt>
    <dgm:pt modelId="{73022108-2499-4C5E-B78F-B50703A0525B}">
      <dgm:prSet phldrT="[Text]" custT="1"/>
      <dgm:spPr/>
      <dgm:t>
        <a:bodyPr/>
        <a:lstStyle/>
        <a:p>
          <a:r>
            <a:rPr lang="en-IE" sz="700" dirty="0">
              <a:solidFill>
                <a:srgbClr val="00B050"/>
              </a:solidFill>
            </a:rPr>
            <a:t>Implementation Status: COMPLETED</a:t>
          </a:r>
          <a:endParaRPr lang="en-GB" sz="700" dirty="0">
            <a:solidFill>
              <a:srgbClr val="00B050"/>
            </a:solidFill>
          </a:endParaRPr>
        </a:p>
      </dgm:t>
    </dgm:pt>
    <dgm:pt modelId="{5447B054-0B71-46FA-9C00-ACAE64C0EA69}" type="parTrans" cxnId="{4884C8F9-3C67-4922-B627-50DB1033D705}">
      <dgm:prSet/>
      <dgm:spPr/>
      <dgm:t>
        <a:bodyPr/>
        <a:lstStyle/>
        <a:p>
          <a:endParaRPr lang="en-GB" sz="2400"/>
        </a:p>
      </dgm:t>
    </dgm:pt>
    <dgm:pt modelId="{1C7E6E03-1673-45B1-B83D-23733FEBE730}" type="sibTrans" cxnId="{4884C8F9-3C67-4922-B627-50DB1033D705}">
      <dgm:prSet/>
      <dgm:spPr/>
      <dgm:t>
        <a:bodyPr/>
        <a:lstStyle/>
        <a:p>
          <a:endParaRPr lang="en-GB" sz="2400"/>
        </a:p>
      </dgm:t>
    </dgm:pt>
    <dgm:pt modelId="{0EBBD186-6FB4-4CCA-89B0-D696E7325E31}">
      <dgm:prSet phldrT="[Text]" custT="1"/>
      <dgm:spPr/>
      <dgm:t>
        <a:bodyPr/>
        <a:lstStyle/>
        <a:p>
          <a:r>
            <a:rPr lang="en-IE" sz="700" dirty="0"/>
            <a:t>Map will have its resource nodes generated and reaching edge of the world will have some safety checks. </a:t>
          </a:r>
          <a:endParaRPr lang="en-GB" sz="700" dirty="0"/>
        </a:p>
      </dgm:t>
    </dgm:pt>
    <dgm:pt modelId="{409E4A73-7525-4C5D-A1F1-4D2D5B7C7B2C}" type="parTrans" cxnId="{F2613145-C592-4730-A58A-BDE584DE729E}">
      <dgm:prSet/>
      <dgm:spPr/>
      <dgm:t>
        <a:bodyPr/>
        <a:lstStyle/>
        <a:p>
          <a:endParaRPr lang="en-GB" sz="2400"/>
        </a:p>
      </dgm:t>
    </dgm:pt>
    <dgm:pt modelId="{507A06E4-58CE-4F57-A4A6-981C70B25BD8}" type="sibTrans" cxnId="{F2613145-C592-4730-A58A-BDE584DE729E}">
      <dgm:prSet/>
      <dgm:spPr/>
      <dgm:t>
        <a:bodyPr/>
        <a:lstStyle/>
        <a:p>
          <a:endParaRPr lang="en-GB" sz="2400"/>
        </a:p>
      </dgm:t>
    </dgm:pt>
    <dgm:pt modelId="{C45B464E-2D2A-4828-A100-21B8EC4A6DB0}">
      <dgm:prSet phldrT="[Text]" custT="1"/>
      <dgm:spPr/>
      <dgm:t>
        <a:bodyPr/>
        <a:lstStyle/>
        <a:p>
          <a:r>
            <a:rPr lang="en-IE" sz="700" dirty="0">
              <a:solidFill>
                <a:schemeClr val="accent5">
                  <a:lumMod val="75000"/>
                </a:schemeClr>
              </a:solidFill>
            </a:rPr>
            <a:t>Implementation Status: ONGOING W/ Research</a:t>
          </a:r>
          <a:endParaRPr lang="en-GB" sz="700" dirty="0">
            <a:solidFill>
              <a:schemeClr val="accent5">
                <a:lumMod val="75000"/>
              </a:schemeClr>
            </a:solidFill>
          </a:endParaRPr>
        </a:p>
      </dgm:t>
    </dgm:pt>
    <dgm:pt modelId="{542FBB0A-C8C3-4D75-90C3-ED23382CB347}" type="parTrans" cxnId="{FFF4CEB4-D549-46A7-8867-FFFB1A21EBB6}">
      <dgm:prSet/>
      <dgm:spPr/>
      <dgm:t>
        <a:bodyPr/>
        <a:lstStyle/>
        <a:p>
          <a:endParaRPr lang="en-GB" sz="2400"/>
        </a:p>
      </dgm:t>
    </dgm:pt>
    <dgm:pt modelId="{610ACBE5-7D5F-40E0-9219-9A98287FA319}" type="sibTrans" cxnId="{FFF4CEB4-D549-46A7-8867-FFFB1A21EBB6}">
      <dgm:prSet/>
      <dgm:spPr/>
      <dgm:t>
        <a:bodyPr/>
        <a:lstStyle/>
        <a:p>
          <a:endParaRPr lang="en-GB" sz="2400"/>
        </a:p>
      </dgm:t>
    </dgm:pt>
    <dgm:pt modelId="{8E227EA7-869E-4B6E-8FE7-E4ADBA6B970D}">
      <dgm:prSet phldrT="[Text]" custT="1"/>
      <dgm:spPr/>
      <dgm:t>
        <a:bodyPr/>
        <a:lstStyle/>
        <a:p>
          <a:r>
            <a:rPr lang="en-IE" sz="700" dirty="0"/>
            <a:t>Resource Nodes need to be able to give something when interacting in a given way, e.g. mining stone or cutting down trees or gathering water, etc. </a:t>
          </a:r>
          <a:endParaRPr lang="en-GB" sz="700" dirty="0"/>
        </a:p>
      </dgm:t>
    </dgm:pt>
    <dgm:pt modelId="{080655BD-65A3-48F1-ABEF-30D3A385EA3A}" type="parTrans" cxnId="{6C9A00E0-8921-4A02-8F89-46C51CC82C68}">
      <dgm:prSet/>
      <dgm:spPr/>
      <dgm:t>
        <a:bodyPr/>
        <a:lstStyle/>
        <a:p>
          <a:endParaRPr lang="en-GB" sz="2400"/>
        </a:p>
      </dgm:t>
    </dgm:pt>
    <dgm:pt modelId="{07E72A7B-30DC-4662-87F4-81D81A023B21}" type="sibTrans" cxnId="{6C9A00E0-8921-4A02-8F89-46C51CC82C68}">
      <dgm:prSet/>
      <dgm:spPr/>
      <dgm:t>
        <a:bodyPr/>
        <a:lstStyle/>
        <a:p>
          <a:endParaRPr lang="en-GB" sz="2400"/>
        </a:p>
      </dgm:t>
    </dgm:pt>
    <dgm:pt modelId="{5519C897-8B07-462F-B627-B80F302A2773}">
      <dgm:prSet phldrT="[Text]" custT="1"/>
      <dgm:spPr/>
      <dgm:t>
        <a:bodyPr/>
        <a:lstStyle/>
        <a:p>
          <a:r>
            <a:rPr lang="en-IE" sz="700" dirty="0">
              <a:solidFill>
                <a:srgbClr val="0070C0"/>
              </a:solidFill>
            </a:rPr>
            <a:t>Implementation Status: Research Only currently</a:t>
          </a:r>
          <a:endParaRPr lang="en-GB" sz="700" dirty="0">
            <a:solidFill>
              <a:srgbClr val="0070C0"/>
            </a:solidFill>
          </a:endParaRPr>
        </a:p>
      </dgm:t>
    </dgm:pt>
    <dgm:pt modelId="{C1160FF9-C0AF-4CA6-B0DE-86BB0372C78E}" type="parTrans" cxnId="{AAEAB217-3630-4CD8-B584-7A827F801917}">
      <dgm:prSet/>
      <dgm:spPr/>
      <dgm:t>
        <a:bodyPr/>
        <a:lstStyle/>
        <a:p>
          <a:endParaRPr lang="en-GB" sz="2400"/>
        </a:p>
      </dgm:t>
    </dgm:pt>
    <dgm:pt modelId="{D0B0971F-97EE-4A1B-81D8-EA5AF1CF2311}" type="sibTrans" cxnId="{AAEAB217-3630-4CD8-B584-7A827F801917}">
      <dgm:prSet/>
      <dgm:spPr/>
      <dgm:t>
        <a:bodyPr/>
        <a:lstStyle/>
        <a:p>
          <a:endParaRPr lang="en-GB" sz="2400"/>
        </a:p>
      </dgm:t>
    </dgm:pt>
    <dgm:pt modelId="{3A921DA3-54B4-4D23-9302-5A5952576FFE}">
      <dgm:prSet phldrT="[Text]" custT="1"/>
      <dgm:spPr/>
      <dgm:t>
        <a:bodyPr/>
        <a:lstStyle/>
        <a:p>
          <a:r>
            <a:rPr lang="en-IE" sz="1000" dirty="0">
              <a:solidFill>
                <a:schemeClr val="bg1"/>
              </a:solidFill>
            </a:rPr>
            <a:t>Implementation 7</a:t>
          </a:r>
          <a:endParaRPr lang="en-GB" sz="1000" dirty="0">
            <a:solidFill>
              <a:schemeClr val="bg1"/>
            </a:solidFill>
          </a:endParaRPr>
        </a:p>
      </dgm:t>
    </dgm:pt>
    <dgm:pt modelId="{8564A534-330D-4642-9FD6-D3137EBDD094}" type="parTrans" cxnId="{AAE03DC6-ED75-4FEC-B77D-16AC06BB3866}">
      <dgm:prSet/>
      <dgm:spPr/>
      <dgm:t>
        <a:bodyPr/>
        <a:lstStyle/>
        <a:p>
          <a:endParaRPr lang="en-GB" sz="2400"/>
        </a:p>
      </dgm:t>
    </dgm:pt>
    <dgm:pt modelId="{CC06447E-153E-4736-A11B-EE4D65807FE1}" type="sibTrans" cxnId="{AAE03DC6-ED75-4FEC-B77D-16AC06BB3866}">
      <dgm:prSet/>
      <dgm:spPr/>
      <dgm:t>
        <a:bodyPr/>
        <a:lstStyle/>
        <a:p>
          <a:endParaRPr lang="en-GB" sz="2400"/>
        </a:p>
      </dgm:t>
    </dgm:pt>
    <dgm:pt modelId="{0BFB0C73-B8A9-4513-B52A-53FCE6A0715E}">
      <dgm:prSet phldrT="[Text]" custT="1"/>
      <dgm:spPr/>
      <dgm:t>
        <a:bodyPr/>
        <a:lstStyle/>
        <a:p>
          <a:r>
            <a:rPr lang="en-IE" sz="1000" dirty="0">
              <a:solidFill>
                <a:schemeClr val="bg1"/>
              </a:solidFill>
            </a:rPr>
            <a:t>Implementation 4</a:t>
          </a:r>
          <a:endParaRPr lang="en-GB" sz="1000" dirty="0">
            <a:solidFill>
              <a:schemeClr val="bg1"/>
            </a:solidFill>
          </a:endParaRPr>
        </a:p>
      </dgm:t>
    </dgm:pt>
    <dgm:pt modelId="{6E0EEF4A-6773-4361-A35D-E3036264F5BA}" type="parTrans" cxnId="{DD9297C4-D7A5-43D9-9815-36522F03AACE}">
      <dgm:prSet/>
      <dgm:spPr/>
      <dgm:t>
        <a:bodyPr/>
        <a:lstStyle/>
        <a:p>
          <a:endParaRPr lang="en-GB" sz="2400"/>
        </a:p>
      </dgm:t>
    </dgm:pt>
    <dgm:pt modelId="{14C7D368-7459-4BD1-BC48-511838503A21}" type="sibTrans" cxnId="{DD9297C4-D7A5-43D9-9815-36522F03AACE}">
      <dgm:prSet/>
      <dgm:spPr/>
      <dgm:t>
        <a:bodyPr/>
        <a:lstStyle/>
        <a:p>
          <a:endParaRPr lang="en-GB" sz="2400"/>
        </a:p>
      </dgm:t>
    </dgm:pt>
    <dgm:pt modelId="{9839DD9E-E08D-4F5D-9A06-61CC5CA47986}">
      <dgm:prSet phldrT="[Text]" custT="1"/>
      <dgm:spPr/>
      <dgm:t>
        <a:bodyPr/>
        <a:lstStyle/>
        <a:p>
          <a:r>
            <a:rPr lang="en-IE" sz="1000" dirty="0">
              <a:solidFill>
                <a:schemeClr val="tx1"/>
              </a:solidFill>
            </a:rPr>
            <a:t>Conveyor/Automation Foundation – Basic Input-Output</a:t>
          </a:r>
          <a:endParaRPr lang="en-GB" sz="1000" dirty="0">
            <a:solidFill>
              <a:schemeClr val="tx1"/>
            </a:solidFill>
          </a:endParaRPr>
        </a:p>
      </dgm:t>
    </dgm:pt>
    <dgm:pt modelId="{7CC4DD0A-3984-48CE-821C-5E8AFE177FE0}" type="parTrans" cxnId="{3087A06D-CB86-478D-A745-688ED407316A}">
      <dgm:prSet/>
      <dgm:spPr/>
      <dgm:t>
        <a:bodyPr/>
        <a:lstStyle/>
        <a:p>
          <a:endParaRPr lang="en-GB" sz="2400"/>
        </a:p>
      </dgm:t>
    </dgm:pt>
    <dgm:pt modelId="{D05C22E2-2CB3-415B-8539-24FA96C492EA}" type="sibTrans" cxnId="{3087A06D-CB86-478D-A745-688ED407316A}">
      <dgm:prSet/>
      <dgm:spPr/>
      <dgm:t>
        <a:bodyPr/>
        <a:lstStyle/>
        <a:p>
          <a:endParaRPr lang="en-GB" sz="2400"/>
        </a:p>
      </dgm:t>
    </dgm:pt>
    <dgm:pt modelId="{9ABFE0A7-C888-420D-81AD-5581EC9542EE}">
      <dgm:prSet phldrT="[Text]" custT="1"/>
      <dgm:spPr/>
      <dgm:t>
        <a:bodyPr/>
        <a:lstStyle/>
        <a:p>
          <a:r>
            <a:rPr lang="en-IE" sz="1000" dirty="0">
              <a:solidFill>
                <a:schemeClr val="tx1"/>
              </a:solidFill>
            </a:rPr>
            <a:t>Polish Phase &amp; Animation – Sprites</a:t>
          </a:r>
          <a:endParaRPr lang="en-GB" sz="1000" dirty="0">
            <a:solidFill>
              <a:schemeClr val="tx1"/>
            </a:solidFill>
          </a:endParaRPr>
        </a:p>
      </dgm:t>
    </dgm:pt>
    <dgm:pt modelId="{B452C62D-FF8F-480C-AD6F-6E439C56F135}" type="parTrans" cxnId="{17C7CA48-FD88-46D2-83BF-668CD644F4D9}">
      <dgm:prSet/>
      <dgm:spPr/>
      <dgm:t>
        <a:bodyPr/>
        <a:lstStyle/>
        <a:p>
          <a:endParaRPr lang="en-GB" sz="2400"/>
        </a:p>
      </dgm:t>
    </dgm:pt>
    <dgm:pt modelId="{8FD6D842-A5FE-48C8-B3B7-CB15F8B2A735}" type="sibTrans" cxnId="{17C7CA48-FD88-46D2-83BF-668CD644F4D9}">
      <dgm:prSet/>
      <dgm:spPr/>
      <dgm:t>
        <a:bodyPr/>
        <a:lstStyle/>
        <a:p>
          <a:endParaRPr lang="en-GB" sz="2400"/>
        </a:p>
      </dgm:t>
    </dgm:pt>
    <dgm:pt modelId="{542879C9-A50A-4FA7-B2EF-5867D517C9BB}">
      <dgm:prSet phldrT="[Text]" custT="1"/>
      <dgm:spPr/>
      <dgm:t>
        <a:bodyPr/>
        <a:lstStyle/>
        <a:p>
          <a:r>
            <a:rPr lang="en-IE" sz="1000" dirty="0">
              <a:solidFill>
                <a:schemeClr val="bg1"/>
              </a:solidFill>
            </a:rPr>
            <a:t>Implementation 5</a:t>
          </a:r>
          <a:endParaRPr lang="en-GB" sz="1000" dirty="0">
            <a:solidFill>
              <a:schemeClr val="bg1"/>
            </a:solidFill>
          </a:endParaRPr>
        </a:p>
      </dgm:t>
    </dgm:pt>
    <dgm:pt modelId="{E60BAE0A-5862-4DB5-99E5-61012F4AA391}" type="parTrans" cxnId="{8D1A0664-78F0-4784-91EC-240278782C42}">
      <dgm:prSet/>
      <dgm:spPr/>
      <dgm:t>
        <a:bodyPr/>
        <a:lstStyle/>
        <a:p>
          <a:endParaRPr lang="en-GB" sz="2400"/>
        </a:p>
      </dgm:t>
    </dgm:pt>
    <dgm:pt modelId="{225C1A5E-9C0D-469C-8018-4ECD2C101A2D}" type="sibTrans" cxnId="{8D1A0664-78F0-4784-91EC-240278782C42}">
      <dgm:prSet/>
      <dgm:spPr/>
      <dgm:t>
        <a:bodyPr/>
        <a:lstStyle/>
        <a:p>
          <a:endParaRPr lang="en-GB" sz="2400"/>
        </a:p>
      </dgm:t>
    </dgm:pt>
    <dgm:pt modelId="{64A4C1A4-9FC0-4652-BEDB-4E348768F3F3}">
      <dgm:prSet phldrT="[Text]" custT="1"/>
      <dgm:spPr/>
      <dgm:t>
        <a:bodyPr/>
        <a:lstStyle/>
        <a:p>
          <a:r>
            <a:rPr lang="en-IE" sz="1000" dirty="0">
              <a:solidFill>
                <a:schemeClr val="tx1"/>
              </a:solidFill>
            </a:rPr>
            <a:t>Conveyor/Automation – Interconnectivity</a:t>
          </a:r>
          <a:endParaRPr lang="en-GB" sz="1000" dirty="0">
            <a:solidFill>
              <a:schemeClr val="tx1"/>
            </a:solidFill>
          </a:endParaRPr>
        </a:p>
      </dgm:t>
    </dgm:pt>
    <dgm:pt modelId="{569A764B-0D4D-485C-885A-4718AED48539}" type="parTrans" cxnId="{FDA2F743-E1D4-482C-A7B9-35171EF7563C}">
      <dgm:prSet/>
      <dgm:spPr/>
      <dgm:t>
        <a:bodyPr/>
        <a:lstStyle/>
        <a:p>
          <a:endParaRPr lang="en-GB" sz="2400"/>
        </a:p>
      </dgm:t>
    </dgm:pt>
    <dgm:pt modelId="{D2A2F3FF-8CBD-4B18-8DAC-AA59A5B8F266}" type="sibTrans" cxnId="{FDA2F743-E1D4-482C-A7B9-35171EF7563C}">
      <dgm:prSet/>
      <dgm:spPr/>
      <dgm:t>
        <a:bodyPr/>
        <a:lstStyle/>
        <a:p>
          <a:endParaRPr lang="en-GB" sz="2400"/>
        </a:p>
      </dgm:t>
    </dgm:pt>
    <dgm:pt modelId="{FC665144-3A83-44FD-925B-0B1C7B7899C2}">
      <dgm:prSet phldrT="[Text]" custT="1"/>
      <dgm:spPr/>
      <dgm:t>
        <a:bodyPr/>
        <a:lstStyle/>
        <a:p>
          <a:r>
            <a:rPr lang="en-IE" sz="700" dirty="0">
              <a:solidFill>
                <a:schemeClr val="tx1"/>
              </a:solidFill>
            </a:rPr>
            <a:t>This implementation will begin the investigation process and setup of the larger Automation side of things, such as placing the  structures and the different kinds of structures/conveyors/miners in the world and allowing them to accept an input – output between another similar conveyor(s). Goal is to keep this data orientated over object orientated.</a:t>
          </a:r>
          <a:endParaRPr lang="en-GB" sz="700" dirty="0">
            <a:solidFill>
              <a:schemeClr val="tx1"/>
            </a:solidFill>
          </a:endParaRPr>
        </a:p>
      </dgm:t>
    </dgm:pt>
    <dgm:pt modelId="{A0147738-7F19-46D6-AAFB-84E1D400994C}" type="parTrans" cxnId="{6896249B-4339-4939-8354-3708E219F8AA}">
      <dgm:prSet/>
      <dgm:spPr/>
      <dgm:t>
        <a:bodyPr/>
        <a:lstStyle/>
        <a:p>
          <a:endParaRPr lang="en-GB" sz="2400"/>
        </a:p>
      </dgm:t>
    </dgm:pt>
    <dgm:pt modelId="{E4F814BC-635B-4528-A5AE-1C9531885B71}" type="sibTrans" cxnId="{6896249B-4339-4939-8354-3708E219F8AA}">
      <dgm:prSet/>
      <dgm:spPr/>
      <dgm:t>
        <a:bodyPr/>
        <a:lstStyle/>
        <a:p>
          <a:endParaRPr lang="en-GB" sz="2400"/>
        </a:p>
      </dgm:t>
    </dgm:pt>
    <dgm:pt modelId="{70E0C2CC-03B2-42DA-BFC0-8ABCAF755B30}">
      <dgm:prSet phldrT="[Text]" custT="1"/>
      <dgm:spPr/>
      <dgm:t>
        <a:bodyPr/>
        <a:lstStyle/>
        <a:p>
          <a:r>
            <a:rPr lang="en-IE" sz="700" dirty="0">
              <a:solidFill>
                <a:schemeClr val="tx1"/>
              </a:solidFill>
            </a:rPr>
            <a:t>Alterable statistics will be preferred, e.g. Water flows better in a pipe, but stones or coal will not move as fast through it, better to use a Conveyor for materials such as that.</a:t>
          </a:r>
          <a:endParaRPr lang="en-GB" sz="700" dirty="0">
            <a:solidFill>
              <a:schemeClr val="tx1"/>
            </a:solidFill>
          </a:endParaRPr>
        </a:p>
      </dgm:t>
    </dgm:pt>
    <dgm:pt modelId="{950101DA-ACF5-4812-8677-AE8DF6D97640}" type="parTrans" cxnId="{A7510E62-AD04-4F7C-AFDA-1FE08D2FC204}">
      <dgm:prSet/>
      <dgm:spPr/>
      <dgm:t>
        <a:bodyPr/>
        <a:lstStyle/>
        <a:p>
          <a:endParaRPr lang="en-GB" sz="2400"/>
        </a:p>
      </dgm:t>
    </dgm:pt>
    <dgm:pt modelId="{55164B9C-B6C9-4433-A424-1124FDCDC10C}" type="sibTrans" cxnId="{A7510E62-AD04-4F7C-AFDA-1FE08D2FC204}">
      <dgm:prSet/>
      <dgm:spPr/>
      <dgm:t>
        <a:bodyPr/>
        <a:lstStyle/>
        <a:p>
          <a:endParaRPr lang="en-GB" sz="2400"/>
        </a:p>
      </dgm:t>
    </dgm:pt>
    <dgm:pt modelId="{0F19B79C-CF4E-4B81-8BAB-15CF821C9A2E}">
      <dgm:prSet phldrT="[Text]" custT="1"/>
      <dgm:spPr/>
      <dgm:t>
        <a:bodyPr/>
        <a:lstStyle/>
        <a:p>
          <a:r>
            <a:rPr lang="en-IE" sz="700" dirty="0">
              <a:solidFill>
                <a:schemeClr val="accent2"/>
              </a:solidFill>
            </a:rPr>
            <a:t>Implementation Status: Researched mildly – but on the backburner currently</a:t>
          </a:r>
          <a:endParaRPr lang="en-GB" sz="700" dirty="0">
            <a:solidFill>
              <a:schemeClr val="accent2"/>
            </a:solidFill>
          </a:endParaRPr>
        </a:p>
      </dgm:t>
    </dgm:pt>
    <dgm:pt modelId="{84B707C0-3F60-4FFB-9FAD-239F17B7295C}" type="parTrans" cxnId="{DECAEDA2-B2AD-4D5E-B040-C33AFDE83E9D}">
      <dgm:prSet/>
      <dgm:spPr/>
      <dgm:t>
        <a:bodyPr/>
        <a:lstStyle/>
        <a:p>
          <a:endParaRPr lang="en-GB" sz="2400"/>
        </a:p>
      </dgm:t>
    </dgm:pt>
    <dgm:pt modelId="{7B6FFFB4-042E-4ED0-851C-DA5D31C1256D}" type="sibTrans" cxnId="{DECAEDA2-B2AD-4D5E-B040-C33AFDE83E9D}">
      <dgm:prSet/>
      <dgm:spPr/>
      <dgm:t>
        <a:bodyPr/>
        <a:lstStyle/>
        <a:p>
          <a:endParaRPr lang="en-GB" sz="2400"/>
        </a:p>
      </dgm:t>
    </dgm:pt>
    <dgm:pt modelId="{09E86214-CE6F-4003-A36B-EA39B7B8D70F}">
      <dgm:prSet phldrT="[Text]" custT="1"/>
      <dgm:spPr/>
      <dgm:t>
        <a:bodyPr/>
        <a:lstStyle/>
        <a:p>
          <a:r>
            <a:rPr lang="en-IE" sz="700" dirty="0">
              <a:solidFill>
                <a:schemeClr val="accent2"/>
              </a:solidFill>
            </a:rPr>
            <a:t>Implementation Status: Researched mildly – but on the backburner currently</a:t>
          </a:r>
          <a:endParaRPr lang="en-GB" sz="700" dirty="0">
            <a:solidFill>
              <a:schemeClr val="tx1"/>
            </a:solidFill>
          </a:endParaRPr>
        </a:p>
      </dgm:t>
    </dgm:pt>
    <dgm:pt modelId="{E9464843-FF8A-485F-ADFF-56CE320DBB3B}" type="parTrans" cxnId="{33E27044-FE76-4319-B2FD-98C7F2F1E951}">
      <dgm:prSet/>
      <dgm:spPr/>
      <dgm:t>
        <a:bodyPr/>
        <a:lstStyle/>
        <a:p>
          <a:endParaRPr lang="en-GB" sz="2400"/>
        </a:p>
      </dgm:t>
    </dgm:pt>
    <dgm:pt modelId="{98FCF342-38DD-48DB-B615-5DA5C6E729D8}" type="sibTrans" cxnId="{33E27044-FE76-4319-B2FD-98C7F2F1E951}">
      <dgm:prSet/>
      <dgm:spPr/>
      <dgm:t>
        <a:bodyPr/>
        <a:lstStyle/>
        <a:p>
          <a:endParaRPr lang="en-GB" sz="2400"/>
        </a:p>
      </dgm:t>
    </dgm:pt>
    <dgm:pt modelId="{13DA52E3-1715-4A91-A1ED-9C5596D4D761}">
      <dgm:prSet phldrT="[Text]" custT="1"/>
      <dgm:spPr/>
      <dgm:t>
        <a:bodyPr/>
        <a:lstStyle/>
        <a:p>
          <a:r>
            <a:rPr lang="en-IE" sz="700" dirty="0">
              <a:solidFill>
                <a:schemeClr val="tx1"/>
              </a:solidFill>
            </a:rPr>
            <a:t>Reinforcing interconnectivity as a whole – Transitioning from 1 type of resource into another, or dealing with sorting systems that will allow knowledgeable players to maximize efficiency – Tiles can have multiple types of resource traversers on them, such as Pipes underground and conveyors atop.</a:t>
          </a:r>
          <a:endParaRPr lang="en-GB" sz="700" dirty="0">
            <a:solidFill>
              <a:schemeClr val="tx1"/>
            </a:solidFill>
          </a:endParaRPr>
        </a:p>
      </dgm:t>
    </dgm:pt>
    <dgm:pt modelId="{5EDC69E5-181A-403E-8C21-69321D24CD7B}" type="parTrans" cxnId="{B54E03D2-D4EE-4EEA-9D95-1590197F207E}">
      <dgm:prSet/>
      <dgm:spPr/>
      <dgm:t>
        <a:bodyPr/>
        <a:lstStyle/>
        <a:p>
          <a:endParaRPr lang="en-GB" sz="2400"/>
        </a:p>
      </dgm:t>
    </dgm:pt>
    <dgm:pt modelId="{D74EE2B3-24A5-4A59-AB37-097E60C37CB7}" type="sibTrans" cxnId="{B54E03D2-D4EE-4EEA-9D95-1590197F207E}">
      <dgm:prSet/>
      <dgm:spPr/>
      <dgm:t>
        <a:bodyPr/>
        <a:lstStyle/>
        <a:p>
          <a:endParaRPr lang="en-GB" sz="2400"/>
        </a:p>
      </dgm:t>
    </dgm:pt>
    <dgm:pt modelId="{6A2BA24E-6C60-4213-A2D8-F35FF8441737}">
      <dgm:prSet phldrT="[Text]" custT="1"/>
      <dgm:spPr/>
      <dgm:t>
        <a:bodyPr/>
        <a:lstStyle/>
        <a:p>
          <a:r>
            <a:rPr lang="en-IE" sz="700" dirty="0">
              <a:solidFill>
                <a:schemeClr val="tx1"/>
              </a:solidFill>
            </a:rPr>
            <a:t>Automating Resource Acquisition, e.g. Machines that will mine a resource node and have a storage capacity, if connected to a traversal system it will offload the mineral resource.</a:t>
          </a:r>
          <a:endParaRPr lang="en-GB" sz="700" dirty="0">
            <a:solidFill>
              <a:schemeClr val="tx1"/>
            </a:solidFill>
          </a:endParaRPr>
        </a:p>
      </dgm:t>
    </dgm:pt>
    <dgm:pt modelId="{4ABF2DC6-F3C6-4174-8EAB-08340D7BD431}" type="parTrans" cxnId="{D4039417-351C-4D01-BFD1-84097DAB2005}">
      <dgm:prSet/>
      <dgm:spPr/>
      <dgm:t>
        <a:bodyPr/>
        <a:lstStyle/>
        <a:p>
          <a:endParaRPr lang="en-GB" sz="2400"/>
        </a:p>
      </dgm:t>
    </dgm:pt>
    <dgm:pt modelId="{2114D33F-1BB6-42CA-AB2E-84DEDB31B376}" type="sibTrans" cxnId="{D4039417-351C-4D01-BFD1-84097DAB2005}">
      <dgm:prSet/>
      <dgm:spPr/>
      <dgm:t>
        <a:bodyPr/>
        <a:lstStyle/>
        <a:p>
          <a:endParaRPr lang="en-GB" sz="2400"/>
        </a:p>
      </dgm:t>
    </dgm:pt>
    <dgm:pt modelId="{9AA030B5-A9A6-4361-A271-CC081C93F70D}">
      <dgm:prSet phldrT="[Text]" custT="1"/>
      <dgm:spPr/>
      <dgm:t>
        <a:bodyPr/>
        <a:lstStyle/>
        <a:p>
          <a:r>
            <a:rPr lang="en-IE" sz="700" dirty="0">
              <a:solidFill>
                <a:schemeClr val="tx1"/>
              </a:solidFill>
            </a:rPr>
            <a:t>Height matters : Going off a cliff and dropping a mineral onto a traversal system below will be perfect for player ingenuity, to maximize resource gain.</a:t>
          </a:r>
          <a:endParaRPr lang="en-GB" sz="700" dirty="0">
            <a:solidFill>
              <a:schemeClr val="tx1"/>
            </a:solidFill>
          </a:endParaRPr>
        </a:p>
      </dgm:t>
    </dgm:pt>
    <dgm:pt modelId="{084CBC69-3C43-4805-AE71-A175594B5CB0}" type="parTrans" cxnId="{0D77670A-8239-4FF6-A250-54B21D466B55}">
      <dgm:prSet/>
      <dgm:spPr/>
      <dgm:t>
        <a:bodyPr/>
        <a:lstStyle/>
        <a:p>
          <a:endParaRPr lang="en-GB" sz="2400"/>
        </a:p>
      </dgm:t>
    </dgm:pt>
    <dgm:pt modelId="{2B204645-EDD2-4582-888E-596D85A3E7CB}" type="sibTrans" cxnId="{0D77670A-8239-4FF6-A250-54B21D466B55}">
      <dgm:prSet/>
      <dgm:spPr/>
      <dgm:t>
        <a:bodyPr/>
        <a:lstStyle/>
        <a:p>
          <a:endParaRPr lang="en-GB" sz="2400"/>
        </a:p>
      </dgm:t>
    </dgm:pt>
    <dgm:pt modelId="{AE5E6C2A-3F77-447E-93E9-8E286636CE62}">
      <dgm:prSet phldrT="[Text]" custT="1"/>
      <dgm:spPr/>
      <dgm:t>
        <a:bodyPr/>
        <a:lstStyle/>
        <a:p>
          <a:r>
            <a:rPr lang="en-IE" sz="1000" dirty="0">
              <a:solidFill>
                <a:schemeClr val="bg1"/>
              </a:solidFill>
            </a:rPr>
            <a:t>Implementation 6 </a:t>
          </a:r>
          <a:endParaRPr lang="en-GB" sz="1000" dirty="0">
            <a:solidFill>
              <a:schemeClr val="bg1"/>
            </a:solidFill>
          </a:endParaRPr>
        </a:p>
      </dgm:t>
    </dgm:pt>
    <dgm:pt modelId="{29D57D20-66D0-4780-B6CA-D34924D3039D}" type="parTrans" cxnId="{ECDB7A21-0C4C-4382-AD72-6435A914C6C7}">
      <dgm:prSet/>
      <dgm:spPr/>
      <dgm:t>
        <a:bodyPr/>
        <a:lstStyle/>
        <a:p>
          <a:endParaRPr lang="en-GB" sz="2400"/>
        </a:p>
      </dgm:t>
    </dgm:pt>
    <dgm:pt modelId="{EAD63A48-CEE3-4623-88C3-54C347AE0A73}" type="sibTrans" cxnId="{ECDB7A21-0C4C-4382-AD72-6435A914C6C7}">
      <dgm:prSet/>
      <dgm:spPr/>
      <dgm:t>
        <a:bodyPr/>
        <a:lstStyle/>
        <a:p>
          <a:endParaRPr lang="en-GB" sz="2400"/>
        </a:p>
      </dgm:t>
    </dgm:pt>
    <dgm:pt modelId="{BD0F7A51-127C-402E-B21B-B7775420B4AE}">
      <dgm:prSet phldrT="[Text]" custT="1"/>
      <dgm:spPr/>
      <dgm:t>
        <a:bodyPr/>
        <a:lstStyle/>
        <a:p>
          <a:r>
            <a:rPr lang="en-IE" sz="1000" dirty="0">
              <a:solidFill>
                <a:schemeClr val="tx1"/>
              </a:solidFill>
            </a:rPr>
            <a:t>Natural Progression &amp; Resource Importance</a:t>
          </a:r>
          <a:endParaRPr lang="en-GB" sz="1000" dirty="0">
            <a:solidFill>
              <a:schemeClr val="tx1"/>
            </a:solidFill>
          </a:endParaRPr>
        </a:p>
      </dgm:t>
    </dgm:pt>
    <dgm:pt modelId="{07FB1B3E-CCF9-4D72-9BFF-F813D88E8FDD}" type="parTrans" cxnId="{8E353002-E12C-47FB-AA78-77EE2EC511ED}">
      <dgm:prSet/>
      <dgm:spPr/>
      <dgm:t>
        <a:bodyPr/>
        <a:lstStyle/>
        <a:p>
          <a:endParaRPr lang="en-GB" sz="2400"/>
        </a:p>
      </dgm:t>
    </dgm:pt>
    <dgm:pt modelId="{0648D593-7FCE-4E6B-A4C4-598756F64294}" type="sibTrans" cxnId="{8E353002-E12C-47FB-AA78-77EE2EC511ED}">
      <dgm:prSet/>
      <dgm:spPr/>
      <dgm:t>
        <a:bodyPr/>
        <a:lstStyle/>
        <a:p>
          <a:endParaRPr lang="en-GB" sz="2400"/>
        </a:p>
      </dgm:t>
    </dgm:pt>
    <dgm:pt modelId="{1BE843EE-3B8B-407F-BE3B-B4E123E85B94}">
      <dgm:prSet phldrT="[Text]" custT="1"/>
      <dgm:spPr/>
      <dgm:t>
        <a:bodyPr/>
        <a:lstStyle/>
        <a:p>
          <a:r>
            <a:rPr lang="en-IE" sz="700" dirty="0">
              <a:solidFill>
                <a:schemeClr val="tx1"/>
              </a:solidFill>
            </a:rPr>
            <a:t>Currently, even in theory, the resources are not vital, they serve no purpose other than “Number go Up”. Goal is to tie this passively to player progression, Biome specific Resources for example, some will be locked behind a Ravine or Beyond a Mountain Range.</a:t>
          </a:r>
          <a:endParaRPr lang="en-GB" sz="700" dirty="0">
            <a:solidFill>
              <a:schemeClr val="tx1"/>
            </a:solidFill>
          </a:endParaRPr>
        </a:p>
      </dgm:t>
    </dgm:pt>
    <dgm:pt modelId="{514B9D16-341D-4E8A-96BA-70D7315B5886}" type="parTrans" cxnId="{F01EA977-B87A-4911-86C2-A7640B4F3AA4}">
      <dgm:prSet/>
      <dgm:spPr/>
      <dgm:t>
        <a:bodyPr/>
        <a:lstStyle/>
        <a:p>
          <a:endParaRPr lang="en-GB" sz="2400"/>
        </a:p>
      </dgm:t>
    </dgm:pt>
    <dgm:pt modelId="{A7AB1F5D-C01D-4E64-8BEF-E31DCE1E85E2}" type="sibTrans" cxnId="{F01EA977-B87A-4911-86C2-A7640B4F3AA4}">
      <dgm:prSet/>
      <dgm:spPr/>
      <dgm:t>
        <a:bodyPr/>
        <a:lstStyle/>
        <a:p>
          <a:endParaRPr lang="en-GB" sz="2400"/>
        </a:p>
      </dgm:t>
    </dgm:pt>
    <dgm:pt modelId="{97E6E367-DD5B-4902-BEB9-DBF8810F032A}">
      <dgm:prSet phldrT="[Text]" custT="1"/>
      <dgm:spPr/>
      <dgm:t>
        <a:bodyPr/>
        <a:lstStyle/>
        <a:p>
          <a:r>
            <a:rPr lang="en-IE" sz="700" dirty="0">
              <a:solidFill>
                <a:schemeClr val="tx1"/>
              </a:solidFill>
            </a:rPr>
            <a:t>Utilizing Player Progression, as a player wants to see the whole game, we can use this to encourage exploration, certain items must have their blueprints be crafted before you can make them. Using them can allow them to overcome the previously mentioned obstacles, e.g. Jump Pad to bridge small ravine gaps.</a:t>
          </a:r>
          <a:endParaRPr lang="en-GB" sz="700" dirty="0">
            <a:solidFill>
              <a:schemeClr val="tx1"/>
            </a:solidFill>
          </a:endParaRPr>
        </a:p>
      </dgm:t>
    </dgm:pt>
    <dgm:pt modelId="{E390B520-A78E-468E-98CC-6E65A10EDEDA}" type="parTrans" cxnId="{B39DF823-8A23-47A8-A5B9-A6275AF7957F}">
      <dgm:prSet/>
      <dgm:spPr/>
      <dgm:t>
        <a:bodyPr/>
        <a:lstStyle/>
        <a:p>
          <a:endParaRPr lang="en-GB" sz="2400"/>
        </a:p>
      </dgm:t>
    </dgm:pt>
    <dgm:pt modelId="{E831F9C9-E3A3-4F79-B066-E80495EDA789}" type="sibTrans" cxnId="{B39DF823-8A23-47A8-A5B9-A6275AF7957F}">
      <dgm:prSet/>
      <dgm:spPr/>
      <dgm:t>
        <a:bodyPr/>
        <a:lstStyle/>
        <a:p>
          <a:endParaRPr lang="en-GB" sz="2400"/>
        </a:p>
      </dgm:t>
    </dgm:pt>
    <dgm:pt modelId="{14B7BF84-FC65-48C3-BDA1-FBE727E09CB4}">
      <dgm:prSet phldrT="[Text]" custT="1"/>
      <dgm:spPr/>
      <dgm:t>
        <a:bodyPr/>
        <a:lstStyle/>
        <a:p>
          <a:r>
            <a:rPr lang="en-IE" sz="700" dirty="0">
              <a:solidFill>
                <a:srgbClr val="CC3399"/>
              </a:solidFill>
            </a:rPr>
            <a:t>Implementation Status: Not Really Actively Worked on – Though to be kept as I progress.</a:t>
          </a:r>
          <a:endParaRPr lang="en-GB" sz="700" dirty="0">
            <a:solidFill>
              <a:srgbClr val="CC3399"/>
            </a:solidFill>
          </a:endParaRPr>
        </a:p>
      </dgm:t>
    </dgm:pt>
    <dgm:pt modelId="{8E7057AA-B530-4EF1-ABCF-689E1AD8FB59}" type="parTrans" cxnId="{B64F1A1B-6B52-4B75-B915-520964A077B5}">
      <dgm:prSet/>
      <dgm:spPr/>
      <dgm:t>
        <a:bodyPr/>
        <a:lstStyle/>
        <a:p>
          <a:endParaRPr lang="en-GB" sz="2400"/>
        </a:p>
      </dgm:t>
    </dgm:pt>
    <dgm:pt modelId="{F9936DEE-F838-47FD-9E05-7593AAF1E3C1}" type="sibTrans" cxnId="{B64F1A1B-6B52-4B75-B915-520964A077B5}">
      <dgm:prSet/>
      <dgm:spPr/>
      <dgm:t>
        <a:bodyPr/>
        <a:lstStyle/>
        <a:p>
          <a:endParaRPr lang="en-GB" sz="2400"/>
        </a:p>
      </dgm:t>
    </dgm:pt>
    <dgm:pt modelId="{C610C51B-1896-4B95-9A6A-155CB6772BE3}">
      <dgm:prSet phldrT="[Text]" custT="1"/>
      <dgm:spPr/>
      <dgm:t>
        <a:bodyPr/>
        <a:lstStyle/>
        <a:p>
          <a:r>
            <a:rPr lang="en-IE" sz="800" dirty="0">
              <a:solidFill>
                <a:schemeClr val="tx1"/>
              </a:solidFill>
            </a:rPr>
            <a:t>Animation system so that I can animate anything with consideration of context- Key Use will be the Player, e.g. carrying something, about to place something,  etc.</a:t>
          </a:r>
          <a:endParaRPr lang="en-GB" sz="800" dirty="0">
            <a:solidFill>
              <a:schemeClr val="tx1"/>
            </a:solidFill>
          </a:endParaRPr>
        </a:p>
      </dgm:t>
    </dgm:pt>
    <dgm:pt modelId="{6639F0CA-327C-4F10-AB7B-2E41CCEF93C9}" type="parTrans" cxnId="{530FCB84-4613-4A73-92FE-4D8B63570E79}">
      <dgm:prSet/>
      <dgm:spPr/>
      <dgm:t>
        <a:bodyPr/>
        <a:lstStyle/>
        <a:p>
          <a:endParaRPr lang="en-GB"/>
        </a:p>
      </dgm:t>
    </dgm:pt>
    <dgm:pt modelId="{736C6933-AE14-4CE1-AF9C-3E59C15C8C40}" type="sibTrans" cxnId="{530FCB84-4613-4A73-92FE-4D8B63570E79}">
      <dgm:prSet/>
      <dgm:spPr/>
      <dgm:t>
        <a:bodyPr/>
        <a:lstStyle/>
        <a:p>
          <a:endParaRPr lang="en-GB"/>
        </a:p>
      </dgm:t>
    </dgm:pt>
    <dgm:pt modelId="{FF57D583-4CAF-45A7-A5B9-A44C061AC03A}" type="pres">
      <dgm:prSet presAssocID="{10EBCD20-43D3-42BE-A94B-38CA812A78B3}" presName="Name0" presStyleCnt="0">
        <dgm:presLayoutVars>
          <dgm:chMax/>
          <dgm:chPref val="3"/>
          <dgm:dir/>
          <dgm:animOne val="branch"/>
          <dgm:animLvl val="lvl"/>
        </dgm:presLayoutVars>
      </dgm:prSet>
      <dgm:spPr/>
    </dgm:pt>
    <dgm:pt modelId="{0A0C3A4D-73F0-4416-8E45-6553EF92A33E}" type="pres">
      <dgm:prSet presAssocID="{9F329E9A-F539-46C1-9635-3045E34B96B0}" presName="composite" presStyleCnt="0"/>
      <dgm:spPr/>
    </dgm:pt>
    <dgm:pt modelId="{AB9B8E2D-1FAD-4216-A60F-15D9BDF1A774}" type="pres">
      <dgm:prSet presAssocID="{9F329E9A-F539-46C1-9635-3045E34B96B0}" presName="FirstChild" presStyleLbl="revTx" presStyleIdx="0" presStyleCnt="14">
        <dgm:presLayoutVars>
          <dgm:chMax val="0"/>
          <dgm:chPref val="0"/>
          <dgm:bulletEnabled val="1"/>
        </dgm:presLayoutVars>
      </dgm:prSet>
      <dgm:spPr/>
    </dgm:pt>
    <dgm:pt modelId="{2E3D905A-41E3-45FB-82E9-F81ABCB0052B}" type="pres">
      <dgm:prSet presAssocID="{9F329E9A-F539-46C1-9635-3045E34B96B0}" presName="Parent" presStyleLbl="alignNode1" presStyleIdx="0" presStyleCnt="7">
        <dgm:presLayoutVars>
          <dgm:chMax val="3"/>
          <dgm:chPref val="3"/>
          <dgm:bulletEnabled val="1"/>
        </dgm:presLayoutVars>
      </dgm:prSet>
      <dgm:spPr/>
    </dgm:pt>
    <dgm:pt modelId="{9718B1C4-3FD9-4125-9D87-EBF7FFA48BFF}" type="pres">
      <dgm:prSet presAssocID="{9F329E9A-F539-46C1-9635-3045E34B96B0}" presName="Accent" presStyleLbl="parChTrans1D1" presStyleIdx="0" presStyleCnt="7"/>
      <dgm:spPr/>
    </dgm:pt>
    <dgm:pt modelId="{1E8798BD-9D62-46C4-8EB7-A1A9E59536D6}" type="pres">
      <dgm:prSet presAssocID="{9F329E9A-F539-46C1-9635-3045E34B96B0}" presName="Child" presStyleLbl="revTx" presStyleIdx="1" presStyleCnt="14" custScaleY="134696">
        <dgm:presLayoutVars>
          <dgm:chMax val="0"/>
          <dgm:chPref val="0"/>
          <dgm:bulletEnabled val="1"/>
        </dgm:presLayoutVars>
      </dgm:prSet>
      <dgm:spPr/>
    </dgm:pt>
    <dgm:pt modelId="{A2B0818B-AECA-44ED-A93B-C7CAF6D71219}" type="pres">
      <dgm:prSet presAssocID="{42706CF8-55AE-47A2-B2CC-A22330E71B89}" presName="sibTrans" presStyleCnt="0"/>
      <dgm:spPr/>
    </dgm:pt>
    <dgm:pt modelId="{798B6A27-4828-401D-B737-85718C56E6D0}" type="pres">
      <dgm:prSet presAssocID="{D7D43F16-5459-44B1-8BC7-763DD596F863}" presName="composite" presStyleCnt="0"/>
      <dgm:spPr/>
    </dgm:pt>
    <dgm:pt modelId="{88BEC8FE-96F4-4FF6-B0CF-0AE20F56C43F}" type="pres">
      <dgm:prSet presAssocID="{D7D43F16-5459-44B1-8BC7-763DD596F863}" presName="FirstChild" presStyleLbl="revTx" presStyleIdx="2" presStyleCnt="14">
        <dgm:presLayoutVars>
          <dgm:chMax val="0"/>
          <dgm:chPref val="0"/>
          <dgm:bulletEnabled val="1"/>
        </dgm:presLayoutVars>
      </dgm:prSet>
      <dgm:spPr/>
    </dgm:pt>
    <dgm:pt modelId="{CB02B744-0689-4251-B0D4-4D58C0B7A748}" type="pres">
      <dgm:prSet presAssocID="{D7D43F16-5459-44B1-8BC7-763DD596F863}" presName="Parent" presStyleLbl="alignNode1" presStyleIdx="1" presStyleCnt="7">
        <dgm:presLayoutVars>
          <dgm:chMax val="3"/>
          <dgm:chPref val="3"/>
          <dgm:bulletEnabled val="1"/>
        </dgm:presLayoutVars>
      </dgm:prSet>
      <dgm:spPr/>
    </dgm:pt>
    <dgm:pt modelId="{F9F4C99F-57AA-4D09-9D4C-C7C57660626C}" type="pres">
      <dgm:prSet presAssocID="{D7D43F16-5459-44B1-8BC7-763DD596F863}" presName="Accent" presStyleLbl="parChTrans1D1" presStyleIdx="1" presStyleCnt="7"/>
      <dgm:spPr/>
    </dgm:pt>
    <dgm:pt modelId="{59220565-A320-4E6A-9072-2F9F599DD6AE}" type="pres">
      <dgm:prSet presAssocID="{D7D43F16-5459-44B1-8BC7-763DD596F863}" presName="Child" presStyleLbl="revTx" presStyleIdx="3" presStyleCnt="14" custScaleY="159259">
        <dgm:presLayoutVars>
          <dgm:chMax val="0"/>
          <dgm:chPref val="0"/>
          <dgm:bulletEnabled val="1"/>
        </dgm:presLayoutVars>
      </dgm:prSet>
      <dgm:spPr/>
    </dgm:pt>
    <dgm:pt modelId="{CB2CE861-26A6-41F2-AAEB-0EDC9DAFF2EC}" type="pres">
      <dgm:prSet presAssocID="{0352BE5C-AA54-44DD-9032-970C4015B350}" presName="sibTrans" presStyleCnt="0"/>
      <dgm:spPr/>
    </dgm:pt>
    <dgm:pt modelId="{811B35D6-726F-4F7F-8AFB-ED068B6E5A64}" type="pres">
      <dgm:prSet presAssocID="{CDAF3068-33FC-4F27-8B81-745E6EB25B03}" presName="composite" presStyleCnt="0"/>
      <dgm:spPr/>
    </dgm:pt>
    <dgm:pt modelId="{4EEC78B2-F183-4433-95B8-21F8758D09CC}" type="pres">
      <dgm:prSet presAssocID="{CDAF3068-33FC-4F27-8B81-745E6EB25B03}" presName="FirstChild" presStyleLbl="revTx" presStyleIdx="4" presStyleCnt="14">
        <dgm:presLayoutVars>
          <dgm:chMax val="0"/>
          <dgm:chPref val="0"/>
          <dgm:bulletEnabled val="1"/>
        </dgm:presLayoutVars>
      </dgm:prSet>
      <dgm:spPr/>
    </dgm:pt>
    <dgm:pt modelId="{40D9F0E5-A50A-4A61-A11B-0E1BF6D50153}" type="pres">
      <dgm:prSet presAssocID="{CDAF3068-33FC-4F27-8B81-745E6EB25B03}" presName="Parent" presStyleLbl="alignNode1" presStyleIdx="2" presStyleCnt="7">
        <dgm:presLayoutVars>
          <dgm:chMax val="3"/>
          <dgm:chPref val="3"/>
          <dgm:bulletEnabled val="1"/>
        </dgm:presLayoutVars>
      </dgm:prSet>
      <dgm:spPr/>
    </dgm:pt>
    <dgm:pt modelId="{4384E369-8B2B-464C-84F6-A1B74CC11887}" type="pres">
      <dgm:prSet presAssocID="{CDAF3068-33FC-4F27-8B81-745E6EB25B03}" presName="Accent" presStyleLbl="parChTrans1D1" presStyleIdx="2" presStyleCnt="7"/>
      <dgm:spPr/>
    </dgm:pt>
    <dgm:pt modelId="{2F091B18-41C1-46F6-98E0-65B49E932EA7}" type="pres">
      <dgm:prSet presAssocID="{CDAF3068-33FC-4F27-8B81-745E6EB25B03}" presName="Child" presStyleLbl="revTx" presStyleIdx="5" presStyleCnt="14" custScaleY="155323">
        <dgm:presLayoutVars>
          <dgm:chMax val="0"/>
          <dgm:chPref val="0"/>
          <dgm:bulletEnabled val="1"/>
        </dgm:presLayoutVars>
      </dgm:prSet>
      <dgm:spPr/>
    </dgm:pt>
    <dgm:pt modelId="{86F39423-B49B-448A-89F1-5FD7C2D84597}" type="pres">
      <dgm:prSet presAssocID="{EFCB5413-5154-43E1-9FDC-8C2FD6AAE7E9}" presName="sibTrans" presStyleCnt="0"/>
      <dgm:spPr/>
    </dgm:pt>
    <dgm:pt modelId="{31641179-3F5F-4584-AD66-0D0AE2694F0B}" type="pres">
      <dgm:prSet presAssocID="{0BFB0C73-B8A9-4513-B52A-53FCE6A0715E}" presName="composite" presStyleCnt="0"/>
      <dgm:spPr/>
    </dgm:pt>
    <dgm:pt modelId="{9F6F2BAC-B285-4E5C-88A5-90089FC33CB8}" type="pres">
      <dgm:prSet presAssocID="{0BFB0C73-B8A9-4513-B52A-53FCE6A0715E}" presName="FirstChild" presStyleLbl="revTx" presStyleIdx="6" presStyleCnt="14">
        <dgm:presLayoutVars>
          <dgm:chMax val="0"/>
          <dgm:chPref val="0"/>
          <dgm:bulletEnabled val="1"/>
        </dgm:presLayoutVars>
      </dgm:prSet>
      <dgm:spPr/>
    </dgm:pt>
    <dgm:pt modelId="{E908C3FE-CAA5-407E-BF28-AB51CD0E268D}" type="pres">
      <dgm:prSet presAssocID="{0BFB0C73-B8A9-4513-B52A-53FCE6A0715E}" presName="Parent" presStyleLbl="alignNode1" presStyleIdx="3" presStyleCnt="7">
        <dgm:presLayoutVars>
          <dgm:chMax val="3"/>
          <dgm:chPref val="3"/>
          <dgm:bulletEnabled val="1"/>
        </dgm:presLayoutVars>
      </dgm:prSet>
      <dgm:spPr/>
    </dgm:pt>
    <dgm:pt modelId="{1B3C8A64-20C9-40E1-B537-450142BD951D}" type="pres">
      <dgm:prSet presAssocID="{0BFB0C73-B8A9-4513-B52A-53FCE6A0715E}" presName="Accent" presStyleLbl="parChTrans1D1" presStyleIdx="3" presStyleCnt="7"/>
      <dgm:spPr/>
    </dgm:pt>
    <dgm:pt modelId="{F0A1A723-9393-4558-85B5-E4EE3E284C9B}" type="pres">
      <dgm:prSet presAssocID="{0BFB0C73-B8A9-4513-B52A-53FCE6A0715E}" presName="Child" presStyleLbl="revTx" presStyleIdx="7" presStyleCnt="14" custScaleY="184318">
        <dgm:presLayoutVars>
          <dgm:chMax val="0"/>
          <dgm:chPref val="0"/>
          <dgm:bulletEnabled val="1"/>
        </dgm:presLayoutVars>
      </dgm:prSet>
      <dgm:spPr/>
    </dgm:pt>
    <dgm:pt modelId="{ED6AFDF2-F859-45AE-B7C9-D4EB4DE240F2}" type="pres">
      <dgm:prSet presAssocID="{14C7D368-7459-4BD1-BC48-511838503A21}" presName="sibTrans" presStyleCnt="0"/>
      <dgm:spPr/>
    </dgm:pt>
    <dgm:pt modelId="{7DD8EB17-3145-4C8A-ADBC-881965017D5F}" type="pres">
      <dgm:prSet presAssocID="{542879C9-A50A-4FA7-B2EF-5867D517C9BB}" presName="composite" presStyleCnt="0"/>
      <dgm:spPr/>
    </dgm:pt>
    <dgm:pt modelId="{518CCF27-1B3F-45B9-9814-A0FC275BA53D}" type="pres">
      <dgm:prSet presAssocID="{542879C9-A50A-4FA7-B2EF-5867D517C9BB}" presName="FirstChild" presStyleLbl="revTx" presStyleIdx="8" presStyleCnt="14">
        <dgm:presLayoutVars>
          <dgm:chMax val="0"/>
          <dgm:chPref val="0"/>
          <dgm:bulletEnabled val="1"/>
        </dgm:presLayoutVars>
      </dgm:prSet>
      <dgm:spPr/>
    </dgm:pt>
    <dgm:pt modelId="{AE6E24BF-2A69-4385-838B-81CAD13691C6}" type="pres">
      <dgm:prSet presAssocID="{542879C9-A50A-4FA7-B2EF-5867D517C9BB}" presName="Parent" presStyleLbl="alignNode1" presStyleIdx="4" presStyleCnt="7">
        <dgm:presLayoutVars>
          <dgm:chMax val="3"/>
          <dgm:chPref val="3"/>
          <dgm:bulletEnabled val="1"/>
        </dgm:presLayoutVars>
      </dgm:prSet>
      <dgm:spPr/>
    </dgm:pt>
    <dgm:pt modelId="{CE1509E5-B88B-4888-9828-480AC4E2CB8B}" type="pres">
      <dgm:prSet presAssocID="{542879C9-A50A-4FA7-B2EF-5867D517C9BB}" presName="Accent" presStyleLbl="parChTrans1D1" presStyleIdx="4" presStyleCnt="7"/>
      <dgm:spPr/>
    </dgm:pt>
    <dgm:pt modelId="{129C9B40-5B37-4330-9C1A-C66BC6544312}" type="pres">
      <dgm:prSet presAssocID="{542879C9-A50A-4FA7-B2EF-5867D517C9BB}" presName="Child" presStyleLbl="revTx" presStyleIdx="9" presStyleCnt="14" custScaleY="238612">
        <dgm:presLayoutVars>
          <dgm:chMax val="0"/>
          <dgm:chPref val="0"/>
          <dgm:bulletEnabled val="1"/>
        </dgm:presLayoutVars>
      </dgm:prSet>
      <dgm:spPr/>
    </dgm:pt>
    <dgm:pt modelId="{85A1CD91-34E6-4282-897D-97A7FA8D9857}" type="pres">
      <dgm:prSet presAssocID="{225C1A5E-9C0D-469C-8018-4ECD2C101A2D}" presName="sibTrans" presStyleCnt="0"/>
      <dgm:spPr/>
    </dgm:pt>
    <dgm:pt modelId="{5EEC9E4B-E1B8-4AC0-8E64-494C67C7C86D}" type="pres">
      <dgm:prSet presAssocID="{AE5E6C2A-3F77-447E-93E9-8E286636CE62}" presName="composite" presStyleCnt="0"/>
      <dgm:spPr/>
    </dgm:pt>
    <dgm:pt modelId="{3C9AAABD-F8A0-42C3-A389-3BDE9C41FA87}" type="pres">
      <dgm:prSet presAssocID="{AE5E6C2A-3F77-447E-93E9-8E286636CE62}" presName="FirstChild" presStyleLbl="revTx" presStyleIdx="10" presStyleCnt="14">
        <dgm:presLayoutVars>
          <dgm:chMax val="0"/>
          <dgm:chPref val="0"/>
          <dgm:bulletEnabled val="1"/>
        </dgm:presLayoutVars>
      </dgm:prSet>
      <dgm:spPr/>
    </dgm:pt>
    <dgm:pt modelId="{D0871028-EE1A-4D66-B1B6-A9333CC672EE}" type="pres">
      <dgm:prSet presAssocID="{AE5E6C2A-3F77-447E-93E9-8E286636CE62}" presName="Parent" presStyleLbl="alignNode1" presStyleIdx="5" presStyleCnt="7">
        <dgm:presLayoutVars>
          <dgm:chMax val="3"/>
          <dgm:chPref val="3"/>
          <dgm:bulletEnabled val="1"/>
        </dgm:presLayoutVars>
      </dgm:prSet>
      <dgm:spPr/>
    </dgm:pt>
    <dgm:pt modelId="{40CEB591-8EE7-4AB0-957B-F4F74EBB709C}" type="pres">
      <dgm:prSet presAssocID="{AE5E6C2A-3F77-447E-93E9-8E286636CE62}" presName="Accent" presStyleLbl="parChTrans1D1" presStyleIdx="5" presStyleCnt="7"/>
      <dgm:spPr/>
    </dgm:pt>
    <dgm:pt modelId="{E5D940E4-9A5B-4432-8F4B-79D9BDF8CCB1}" type="pres">
      <dgm:prSet presAssocID="{AE5E6C2A-3F77-447E-93E9-8E286636CE62}" presName="Child" presStyleLbl="revTx" presStyleIdx="11" presStyleCnt="14" custScaleY="187883">
        <dgm:presLayoutVars>
          <dgm:chMax val="0"/>
          <dgm:chPref val="0"/>
          <dgm:bulletEnabled val="1"/>
        </dgm:presLayoutVars>
      </dgm:prSet>
      <dgm:spPr/>
    </dgm:pt>
    <dgm:pt modelId="{297799D7-5C9A-4912-83AF-D127344CCA8B}" type="pres">
      <dgm:prSet presAssocID="{EAD63A48-CEE3-4623-88C3-54C347AE0A73}" presName="sibTrans" presStyleCnt="0"/>
      <dgm:spPr/>
    </dgm:pt>
    <dgm:pt modelId="{A69B4EEB-15BD-404C-8253-CF5B6471A8D6}" type="pres">
      <dgm:prSet presAssocID="{3A921DA3-54B4-4D23-9302-5A5952576FFE}" presName="composite" presStyleCnt="0"/>
      <dgm:spPr/>
    </dgm:pt>
    <dgm:pt modelId="{FE3FDA10-70B7-43C4-A2C3-8F58A4402811}" type="pres">
      <dgm:prSet presAssocID="{3A921DA3-54B4-4D23-9302-5A5952576FFE}" presName="FirstChild" presStyleLbl="revTx" presStyleIdx="12" presStyleCnt="14">
        <dgm:presLayoutVars>
          <dgm:chMax val="0"/>
          <dgm:chPref val="0"/>
          <dgm:bulletEnabled val="1"/>
        </dgm:presLayoutVars>
      </dgm:prSet>
      <dgm:spPr/>
    </dgm:pt>
    <dgm:pt modelId="{EC9FD75E-6630-452F-B76E-8C4294C33888}" type="pres">
      <dgm:prSet presAssocID="{3A921DA3-54B4-4D23-9302-5A5952576FFE}" presName="Parent" presStyleLbl="alignNode1" presStyleIdx="6" presStyleCnt="7">
        <dgm:presLayoutVars>
          <dgm:chMax val="3"/>
          <dgm:chPref val="3"/>
          <dgm:bulletEnabled val="1"/>
        </dgm:presLayoutVars>
      </dgm:prSet>
      <dgm:spPr/>
    </dgm:pt>
    <dgm:pt modelId="{4637807A-5193-48ED-93F4-BE0C48432F54}" type="pres">
      <dgm:prSet presAssocID="{3A921DA3-54B4-4D23-9302-5A5952576FFE}" presName="Accent" presStyleLbl="parChTrans1D1" presStyleIdx="6" presStyleCnt="7"/>
      <dgm:spPr/>
    </dgm:pt>
    <dgm:pt modelId="{F78B6853-F520-44E7-A66A-3C28B052B3E5}" type="pres">
      <dgm:prSet presAssocID="{3A921DA3-54B4-4D23-9302-5A5952576FFE}" presName="Child" presStyleLbl="revTx" presStyleIdx="13" presStyleCnt="14">
        <dgm:presLayoutVars>
          <dgm:chMax val="0"/>
          <dgm:chPref val="0"/>
          <dgm:bulletEnabled val="1"/>
        </dgm:presLayoutVars>
      </dgm:prSet>
      <dgm:spPr/>
    </dgm:pt>
  </dgm:ptLst>
  <dgm:cxnLst>
    <dgm:cxn modelId="{05391F01-61A7-41E2-ABE9-5905034DD54D}" type="presOf" srcId="{9839DD9E-E08D-4F5D-9A06-61CC5CA47986}" destId="{9F6F2BAC-B285-4E5C-88A5-90089FC33CB8}" srcOrd="0" destOrd="0" presId="urn:microsoft.com/office/officeart/2011/layout/TabList"/>
    <dgm:cxn modelId="{8E353002-E12C-47FB-AA78-77EE2EC511ED}" srcId="{AE5E6C2A-3F77-447E-93E9-8E286636CE62}" destId="{BD0F7A51-127C-402E-B21B-B7775420B4AE}" srcOrd="0" destOrd="0" parTransId="{07FB1B3E-CCF9-4D72-9BFF-F813D88E8FDD}" sibTransId="{0648D593-7FCE-4E6B-A4C4-598756F64294}"/>
    <dgm:cxn modelId="{F9247E04-9B7B-4D7B-BB2A-BA3CDF6B85B5}" type="presOf" srcId="{13DA52E3-1715-4A91-A1ED-9C5596D4D761}" destId="{129C9B40-5B37-4330-9C1A-C66BC6544312}" srcOrd="0" destOrd="0" presId="urn:microsoft.com/office/officeart/2011/layout/TabList"/>
    <dgm:cxn modelId="{22C2F107-3456-4E3C-B955-A0BD8D0EA5AA}" type="presOf" srcId="{AE5E6C2A-3F77-447E-93E9-8E286636CE62}" destId="{D0871028-EE1A-4D66-B1B6-A9333CC672EE}" srcOrd="0" destOrd="0" presId="urn:microsoft.com/office/officeart/2011/layout/TabList"/>
    <dgm:cxn modelId="{0D77670A-8239-4FF6-A250-54B21D466B55}" srcId="{542879C9-A50A-4FA7-B2EF-5867D517C9BB}" destId="{9AA030B5-A9A6-4361-A271-CC081C93F70D}" srcOrd="3" destOrd="0" parTransId="{084CBC69-3C43-4805-AE71-A175594B5CB0}" sibTransId="{2B204645-EDD2-4582-888E-596D85A3E7CB}"/>
    <dgm:cxn modelId="{548D960C-0065-4EF2-9E4F-BDA020087050}" type="presOf" srcId="{9F8C0465-3084-467B-A3E7-F2415A5628E9}" destId="{1E8798BD-9D62-46C4-8EB7-A1A9E59536D6}" srcOrd="0" destOrd="0" presId="urn:microsoft.com/office/officeart/2011/layout/TabList"/>
    <dgm:cxn modelId="{CB317011-5867-478B-95C7-24E023A3B4EB}" srcId="{CDAF3068-33FC-4F27-8B81-745E6EB25B03}" destId="{AD0055CB-FEB0-4BCB-87C5-CEA9F9B908C7}" srcOrd="1" destOrd="0" parTransId="{00A7B036-87AE-45FB-A20B-A7758B7CC940}" sibTransId="{706C463A-512F-4824-8E0A-FD2C7CB03D77}"/>
    <dgm:cxn modelId="{CEF62614-EBC4-43FA-8454-F6D69280913C}" type="presOf" srcId="{5519C897-8B07-462F-B627-B80F302A2773}" destId="{2F091B18-41C1-46F6-98E0-65B49E932EA7}" srcOrd="0" destOrd="2" presId="urn:microsoft.com/office/officeart/2011/layout/TabList"/>
    <dgm:cxn modelId="{CAF9DC14-400D-4DB7-A467-56BBE9AFE0A6}" type="presOf" srcId="{73022108-2499-4C5E-B78F-B50703A0525B}" destId="{1E8798BD-9D62-46C4-8EB7-A1A9E59536D6}" srcOrd="0" destOrd="2" presId="urn:microsoft.com/office/officeart/2011/layout/TabList"/>
    <dgm:cxn modelId="{D4039417-351C-4D01-BFD1-84097DAB2005}" srcId="{542879C9-A50A-4FA7-B2EF-5867D517C9BB}" destId="{6A2BA24E-6C60-4213-A2D8-F35FF8441737}" srcOrd="2" destOrd="0" parTransId="{4ABF2DC6-F3C6-4174-8EAB-08340D7BD431}" sibTransId="{2114D33F-1BB6-42CA-AB2E-84DEDB31B376}"/>
    <dgm:cxn modelId="{AAEAB217-3630-4CD8-B584-7A827F801917}" srcId="{CDAF3068-33FC-4F27-8B81-745E6EB25B03}" destId="{5519C897-8B07-462F-B627-B80F302A2773}" srcOrd="3" destOrd="0" parTransId="{C1160FF9-C0AF-4CA6-B0DE-86BB0372C78E}" sibTransId="{D0B0971F-97EE-4A1B-81D8-EA5AF1CF2311}"/>
    <dgm:cxn modelId="{3A3D4019-BBAD-4CC6-9AEC-C06772F02774}" type="presOf" srcId="{D7D43F16-5459-44B1-8BC7-763DD596F863}" destId="{CB02B744-0689-4251-B0D4-4D58C0B7A748}" srcOrd="0" destOrd="0" presId="urn:microsoft.com/office/officeart/2011/layout/TabList"/>
    <dgm:cxn modelId="{B64F1A1B-6B52-4B75-B915-520964A077B5}" srcId="{AE5E6C2A-3F77-447E-93E9-8E286636CE62}" destId="{14B7BF84-FC65-48C3-BDA1-FBE727E09CB4}" srcOrd="3" destOrd="0" parTransId="{8E7057AA-B530-4EF1-ABCF-689E1AD8FB59}" sibTransId="{F9936DEE-F838-47FD-9E05-7593AAF1E3C1}"/>
    <dgm:cxn modelId="{ECDB7A21-0C4C-4382-AD72-6435A914C6C7}" srcId="{10EBCD20-43D3-42BE-A94B-38CA812A78B3}" destId="{AE5E6C2A-3F77-447E-93E9-8E286636CE62}" srcOrd="5" destOrd="0" parTransId="{29D57D20-66D0-4780-B6CA-D34924D3039D}" sibTransId="{EAD63A48-CEE3-4623-88C3-54C347AE0A73}"/>
    <dgm:cxn modelId="{B39DF823-8A23-47A8-A5B9-A6275AF7957F}" srcId="{AE5E6C2A-3F77-447E-93E9-8E286636CE62}" destId="{97E6E367-DD5B-4902-BEB9-DBF8810F032A}" srcOrd="2" destOrd="0" parTransId="{E390B520-A78E-468E-98CC-6E65A10EDEDA}" sibTransId="{E831F9C9-E3A3-4F79-B066-E80495EDA789}"/>
    <dgm:cxn modelId="{863BA52C-380A-4782-A65C-10A94FDBCD0F}" type="presOf" srcId="{0F19B79C-CF4E-4B81-8BAB-15CF821C9A2E}" destId="{F0A1A723-9393-4558-85B5-E4EE3E284C9B}" srcOrd="0" destOrd="2" presId="urn:microsoft.com/office/officeart/2011/layout/TabList"/>
    <dgm:cxn modelId="{0204F833-240E-4AAA-AFD1-9F4891B1104B}" srcId="{D7D43F16-5459-44B1-8BC7-763DD596F863}" destId="{E98D1156-DA25-4809-9C04-125FC6A9DEF7}" srcOrd="0" destOrd="0" parTransId="{D62469DC-706A-4CF7-9BB8-B137220D96E5}" sibTransId="{67B8FFD1-6F60-4AAC-810F-ED2280816981}"/>
    <dgm:cxn modelId="{39B11C3C-85BB-4DA8-A142-1419A472EC38}" type="presOf" srcId="{C45B464E-2D2A-4828-A100-21B8EC4A6DB0}" destId="{59220565-A320-4E6A-9072-2F9F599DD6AE}" srcOrd="0" destOrd="2" presId="urn:microsoft.com/office/officeart/2011/layout/TabList"/>
    <dgm:cxn modelId="{A7510E62-AD04-4F7C-AFDA-1FE08D2FC204}" srcId="{0BFB0C73-B8A9-4513-B52A-53FCE6A0715E}" destId="{70E0C2CC-03B2-42DA-BFC0-8ABCAF755B30}" srcOrd="2" destOrd="0" parTransId="{950101DA-ACF5-4812-8677-AE8DF6D97640}" sibTransId="{55164B9C-B6C9-4433-A424-1124FDCDC10C}"/>
    <dgm:cxn modelId="{24914B43-097D-46FC-99C2-A887061C5FB1}" srcId="{9F329E9A-F539-46C1-9635-3045E34B96B0}" destId="{9F8C0465-3084-467B-A3E7-F2415A5628E9}" srcOrd="1" destOrd="0" parTransId="{4D25EA37-1C8B-4EC1-94DB-DBBD3128735E}" sibTransId="{357E1DB9-D15D-4F4A-9F21-54BE410C6267}"/>
    <dgm:cxn modelId="{FDA2F743-E1D4-482C-A7B9-35171EF7563C}" srcId="{542879C9-A50A-4FA7-B2EF-5867D517C9BB}" destId="{64A4C1A4-9FC0-4652-BEDB-4E348768F3F3}" srcOrd="0" destOrd="0" parTransId="{569A764B-0D4D-485C-885A-4718AED48539}" sibTransId="{D2A2F3FF-8CBD-4B18-8DAC-AA59A5B8F266}"/>
    <dgm:cxn modelId="{8D1A0664-78F0-4784-91EC-240278782C42}" srcId="{10EBCD20-43D3-42BE-A94B-38CA812A78B3}" destId="{542879C9-A50A-4FA7-B2EF-5867D517C9BB}" srcOrd="4" destOrd="0" parTransId="{E60BAE0A-5862-4DB5-99E5-61012F4AA391}" sibTransId="{225C1A5E-9C0D-469C-8018-4ECD2C101A2D}"/>
    <dgm:cxn modelId="{33E27044-FE76-4319-B2FD-98C7F2F1E951}" srcId="{542879C9-A50A-4FA7-B2EF-5867D517C9BB}" destId="{09E86214-CE6F-4003-A36B-EA39B7B8D70F}" srcOrd="4" destOrd="0" parTransId="{E9464843-FF8A-485F-ADFF-56CE320DBB3B}" sibTransId="{98FCF342-38DD-48DB-B615-5DA5C6E729D8}"/>
    <dgm:cxn modelId="{F2613145-C592-4730-A58A-BDE584DE729E}" srcId="{D7D43F16-5459-44B1-8BC7-763DD596F863}" destId="{0EBBD186-6FB4-4CCA-89B0-D696E7325E31}" srcOrd="2" destOrd="0" parTransId="{409E4A73-7525-4C5D-A1F1-4D2D5B7C7B2C}" sibTransId="{507A06E4-58CE-4F57-A4A6-981C70B25BD8}"/>
    <dgm:cxn modelId="{17C7CA48-FD88-46D2-83BF-668CD644F4D9}" srcId="{3A921DA3-54B4-4D23-9302-5A5952576FFE}" destId="{9ABFE0A7-C888-420D-81AD-5581EC9542EE}" srcOrd="0" destOrd="0" parTransId="{B452C62D-FF8F-480C-AD6F-6E439C56F135}" sibTransId="{8FD6D842-A5FE-48C8-B3B7-CB15F8B2A735}"/>
    <dgm:cxn modelId="{64B7F24C-E72B-44EF-867C-F48B3CEA0F3A}" type="presOf" srcId="{D4D4E6A0-6EE6-4728-B31E-2E004CE57AB4}" destId="{59220565-A320-4E6A-9072-2F9F599DD6AE}" srcOrd="0" destOrd="0" presId="urn:microsoft.com/office/officeart/2011/layout/TabList"/>
    <dgm:cxn modelId="{3087A06D-CB86-478D-A745-688ED407316A}" srcId="{0BFB0C73-B8A9-4513-B52A-53FCE6A0715E}" destId="{9839DD9E-E08D-4F5D-9A06-61CC5CA47986}" srcOrd="0" destOrd="0" parTransId="{7CC4DD0A-3984-48CE-821C-5E8AFE177FE0}" sibTransId="{D05C22E2-2CB3-415B-8539-24FA96C492EA}"/>
    <dgm:cxn modelId="{CED8A556-4726-466A-B8A7-AF4E57BF7602}" type="presOf" srcId="{9F329E9A-F539-46C1-9635-3045E34B96B0}" destId="{2E3D905A-41E3-45FB-82E9-F81ABCB0052B}" srcOrd="0" destOrd="0" presId="urn:microsoft.com/office/officeart/2011/layout/TabList"/>
    <dgm:cxn modelId="{B2B52C77-CC41-48E0-85D0-67583BF629A8}" type="presOf" srcId="{0EBBD186-6FB4-4CCA-89B0-D696E7325E31}" destId="{59220565-A320-4E6A-9072-2F9F599DD6AE}" srcOrd="0" destOrd="1" presId="urn:microsoft.com/office/officeart/2011/layout/TabList"/>
    <dgm:cxn modelId="{79DC8B77-FB34-4E0B-BEAE-90DC3DDC0A33}" type="presOf" srcId="{C610C51B-1896-4B95-9A6A-155CB6772BE3}" destId="{F78B6853-F520-44E7-A66A-3C28B052B3E5}" srcOrd="0" destOrd="0" presId="urn:microsoft.com/office/officeart/2011/layout/TabList"/>
    <dgm:cxn modelId="{F01EA977-B87A-4911-86C2-A7640B4F3AA4}" srcId="{AE5E6C2A-3F77-447E-93E9-8E286636CE62}" destId="{1BE843EE-3B8B-407F-BE3B-B4E123E85B94}" srcOrd="1" destOrd="0" parTransId="{514B9D16-341D-4E8A-96BA-70D7315B5886}" sibTransId="{A7AB1F5D-C01D-4E64-8BEF-E31DCE1E85E2}"/>
    <dgm:cxn modelId="{6E59C258-CE79-4519-A854-881FD4DE0FC4}" srcId="{9F329E9A-F539-46C1-9635-3045E34B96B0}" destId="{5629BA0E-0A63-4A68-B682-534931628748}" srcOrd="2" destOrd="0" parTransId="{DC7B8E1E-B4F2-49A8-BE2F-6F46B64E46A4}" sibTransId="{BD9BAF0D-6E6B-475E-9336-B346F0DC1EC0}"/>
    <dgm:cxn modelId="{3C41B959-EBB6-4EB5-894A-8A8B17AB7C9F}" type="presOf" srcId="{9ABFE0A7-C888-420D-81AD-5581EC9542EE}" destId="{FE3FDA10-70B7-43C4-A2C3-8F58A4402811}" srcOrd="0" destOrd="0" presId="urn:microsoft.com/office/officeart/2011/layout/TabList"/>
    <dgm:cxn modelId="{F7E45B81-CBB3-4314-8562-1B65621D41CD}" type="presOf" srcId="{64A4C1A4-9FC0-4652-BEDB-4E348768F3F3}" destId="{518CCF27-1B3F-45B9-9814-A0FC275BA53D}" srcOrd="0" destOrd="0" presId="urn:microsoft.com/office/officeart/2011/layout/TabList"/>
    <dgm:cxn modelId="{78B8B382-2A1F-46FA-8578-C068A5050C71}" type="presOf" srcId="{6A2BA24E-6C60-4213-A2D8-F35FF8441737}" destId="{129C9B40-5B37-4330-9C1A-C66BC6544312}" srcOrd="0" destOrd="1" presId="urn:microsoft.com/office/officeart/2011/layout/TabList"/>
    <dgm:cxn modelId="{530FCB84-4613-4A73-92FE-4D8B63570E79}" srcId="{3A921DA3-54B4-4D23-9302-5A5952576FFE}" destId="{C610C51B-1896-4B95-9A6A-155CB6772BE3}" srcOrd="1" destOrd="0" parTransId="{6639F0CA-327C-4F10-AB7B-2E41CCEF93C9}" sibTransId="{736C6933-AE14-4CE1-AF9C-3E59C15C8C40}"/>
    <dgm:cxn modelId="{AA200087-EAA3-4AA1-8FBA-76BF5926ABF5}" srcId="{D7D43F16-5459-44B1-8BC7-763DD596F863}" destId="{D4D4E6A0-6EE6-4728-B31E-2E004CE57AB4}" srcOrd="1" destOrd="0" parTransId="{37F4965B-8328-4712-B698-CC307D55CC8D}" sibTransId="{C1F2B618-58B9-4CAE-9E26-0ECAE7728028}"/>
    <dgm:cxn modelId="{48F22387-7874-4ED7-9180-95CDC47ACBE6}" type="presOf" srcId="{542879C9-A50A-4FA7-B2EF-5867D517C9BB}" destId="{AE6E24BF-2A69-4385-838B-81CAD13691C6}" srcOrd="0" destOrd="0" presId="urn:microsoft.com/office/officeart/2011/layout/TabList"/>
    <dgm:cxn modelId="{0FC8258A-349D-41A6-BFF4-BCBE432557E0}" type="presOf" srcId="{70E0C2CC-03B2-42DA-BFC0-8ABCAF755B30}" destId="{F0A1A723-9393-4558-85B5-E4EE3E284C9B}" srcOrd="0" destOrd="1" presId="urn:microsoft.com/office/officeart/2011/layout/TabList"/>
    <dgm:cxn modelId="{64453A97-59BF-46E2-932C-A2DEBA680B77}" srcId="{CDAF3068-33FC-4F27-8B81-745E6EB25B03}" destId="{95FD4637-50AE-49D2-9A68-899C3435762C}" srcOrd="0" destOrd="0" parTransId="{DF2FB0A7-694C-4504-8AD7-05F09B7F8A21}" sibTransId="{2BF94C24-5A26-4109-9094-76D385B462A5}"/>
    <dgm:cxn modelId="{AA75349A-3E89-4084-970A-68CC3A0E72C8}" srcId="{10EBCD20-43D3-42BE-A94B-38CA812A78B3}" destId="{D7D43F16-5459-44B1-8BC7-763DD596F863}" srcOrd="1" destOrd="0" parTransId="{A442FF81-1C97-49C1-B420-B8918EB97757}" sibTransId="{0352BE5C-AA54-44DD-9032-970C4015B350}"/>
    <dgm:cxn modelId="{6896249B-4339-4939-8354-3708E219F8AA}" srcId="{0BFB0C73-B8A9-4513-B52A-53FCE6A0715E}" destId="{FC665144-3A83-44FD-925B-0B1C7B7899C2}" srcOrd="1" destOrd="0" parTransId="{A0147738-7F19-46D6-AAFB-84E1D400994C}" sibTransId="{E4F814BC-635B-4528-A5AE-1C9531885B71}"/>
    <dgm:cxn modelId="{673EB29F-97E7-4913-9AE9-CD989F4E81FE}" type="presOf" srcId="{CDAF3068-33FC-4F27-8B81-745E6EB25B03}" destId="{40D9F0E5-A50A-4A61-A11B-0E1BF6D50153}" srcOrd="0" destOrd="0" presId="urn:microsoft.com/office/officeart/2011/layout/TabList"/>
    <dgm:cxn modelId="{6515BFA2-E4C4-42F3-9525-5EE45EECC264}" type="presOf" srcId="{14B7BF84-FC65-48C3-BDA1-FBE727E09CB4}" destId="{E5D940E4-9A5B-4432-8F4B-79D9BDF8CCB1}" srcOrd="0" destOrd="2" presId="urn:microsoft.com/office/officeart/2011/layout/TabList"/>
    <dgm:cxn modelId="{DECAEDA2-B2AD-4D5E-B040-C33AFDE83E9D}" srcId="{0BFB0C73-B8A9-4513-B52A-53FCE6A0715E}" destId="{0F19B79C-CF4E-4B81-8BAB-15CF821C9A2E}" srcOrd="3" destOrd="0" parTransId="{84B707C0-3F60-4FFB-9FAD-239F17B7295C}" sibTransId="{7B6FFFB4-042E-4ED0-851C-DA5D31C1256D}"/>
    <dgm:cxn modelId="{EBFC87A3-3133-4EEB-AA20-40CD0054D13D}" type="presOf" srcId="{3A921DA3-54B4-4D23-9302-5A5952576FFE}" destId="{EC9FD75E-6630-452F-B76E-8C4294C33888}" srcOrd="0" destOrd="0" presId="urn:microsoft.com/office/officeart/2011/layout/TabList"/>
    <dgm:cxn modelId="{9E4BD0A3-F9C8-4B04-A05F-ED5621BAD3C1}" srcId="{10EBCD20-43D3-42BE-A94B-38CA812A78B3}" destId="{CDAF3068-33FC-4F27-8B81-745E6EB25B03}" srcOrd="2" destOrd="0" parTransId="{53493627-DB65-4B53-9D89-26AA824FEE18}" sibTransId="{EFCB5413-5154-43E1-9FDC-8C2FD6AAE7E9}"/>
    <dgm:cxn modelId="{D677FCB0-7D2F-4519-943F-2B5DA6862C22}" type="presOf" srcId="{0BFB0C73-B8A9-4513-B52A-53FCE6A0715E}" destId="{E908C3FE-CAA5-407E-BF28-AB51CD0E268D}" srcOrd="0" destOrd="0" presId="urn:microsoft.com/office/officeart/2011/layout/TabList"/>
    <dgm:cxn modelId="{31E538B1-E3DA-4CD5-8F7C-DF83E974E1F8}" type="presOf" srcId="{5629BA0E-0A63-4A68-B682-534931628748}" destId="{1E8798BD-9D62-46C4-8EB7-A1A9E59536D6}" srcOrd="0" destOrd="1" presId="urn:microsoft.com/office/officeart/2011/layout/TabList"/>
    <dgm:cxn modelId="{FFF4CEB4-D549-46A7-8867-FFFB1A21EBB6}" srcId="{D7D43F16-5459-44B1-8BC7-763DD596F863}" destId="{C45B464E-2D2A-4828-A100-21B8EC4A6DB0}" srcOrd="3" destOrd="0" parTransId="{542FBB0A-C8C3-4D75-90C3-ED23382CB347}" sibTransId="{610ACBE5-7D5F-40E0-9219-9A98287FA319}"/>
    <dgm:cxn modelId="{8E134DBD-2981-461C-B1CF-44F3AA3F6AA5}" type="presOf" srcId="{BD0F7A51-127C-402E-B21B-B7775420B4AE}" destId="{3C9AAABD-F8A0-42C3-A389-3BDE9C41FA87}" srcOrd="0" destOrd="0" presId="urn:microsoft.com/office/officeart/2011/layout/TabList"/>
    <dgm:cxn modelId="{600743BE-0172-4089-8243-7EDC4D968F36}" type="presOf" srcId="{09E86214-CE6F-4003-A36B-EA39B7B8D70F}" destId="{129C9B40-5B37-4330-9C1A-C66BC6544312}" srcOrd="0" destOrd="3" presId="urn:microsoft.com/office/officeart/2011/layout/TabList"/>
    <dgm:cxn modelId="{B9D153C0-FF38-4B1F-8C23-B22230F6819F}" type="presOf" srcId="{AD0055CB-FEB0-4BCB-87C5-CEA9F9B908C7}" destId="{2F091B18-41C1-46F6-98E0-65B49E932EA7}" srcOrd="0" destOrd="0" presId="urn:microsoft.com/office/officeart/2011/layout/TabList"/>
    <dgm:cxn modelId="{DD9297C4-D7A5-43D9-9815-36522F03AACE}" srcId="{10EBCD20-43D3-42BE-A94B-38CA812A78B3}" destId="{0BFB0C73-B8A9-4513-B52A-53FCE6A0715E}" srcOrd="3" destOrd="0" parTransId="{6E0EEF4A-6773-4361-A35D-E3036264F5BA}" sibTransId="{14C7D368-7459-4BD1-BC48-511838503A21}"/>
    <dgm:cxn modelId="{AAE03DC6-ED75-4FEC-B77D-16AC06BB3866}" srcId="{10EBCD20-43D3-42BE-A94B-38CA812A78B3}" destId="{3A921DA3-54B4-4D23-9302-5A5952576FFE}" srcOrd="6" destOrd="0" parTransId="{8564A534-330D-4642-9FD6-D3137EBDD094}" sibTransId="{CC06447E-153E-4736-A11B-EE4D65807FE1}"/>
    <dgm:cxn modelId="{FD8372CB-2821-4799-A3F2-58EAA70F3C70}" type="presOf" srcId="{1BE843EE-3B8B-407F-BE3B-B4E123E85B94}" destId="{E5D940E4-9A5B-4432-8F4B-79D9BDF8CCB1}" srcOrd="0" destOrd="0" presId="urn:microsoft.com/office/officeart/2011/layout/TabList"/>
    <dgm:cxn modelId="{B54E03D2-D4EE-4EEA-9D95-1590197F207E}" srcId="{542879C9-A50A-4FA7-B2EF-5867D517C9BB}" destId="{13DA52E3-1715-4A91-A1ED-9C5596D4D761}" srcOrd="1" destOrd="0" parTransId="{5EDC69E5-181A-403E-8C21-69321D24CD7B}" sibTransId="{D74EE2B3-24A5-4A59-AB37-097E60C37CB7}"/>
    <dgm:cxn modelId="{22373FD2-6536-4FDF-AA4D-E3218A29D114}" type="presOf" srcId="{97E6E367-DD5B-4902-BEB9-DBF8810F032A}" destId="{E5D940E4-9A5B-4432-8F4B-79D9BDF8CCB1}" srcOrd="0" destOrd="1" presId="urn:microsoft.com/office/officeart/2011/layout/TabList"/>
    <dgm:cxn modelId="{FBCDF3D5-DCB3-431C-933A-86FC50A81F51}" srcId="{10EBCD20-43D3-42BE-A94B-38CA812A78B3}" destId="{9F329E9A-F539-46C1-9635-3045E34B96B0}" srcOrd="0" destOrd="0" parTransId="{F272A6AC-024B-4065-8CC2-06C895D22846}" sibTransId="{42706CF8-55AE-47A2-B2CC-A22330E71B89}"/>
    <dgm:cxn modelId="{FEF9AED8-2EC8-41ED-8D08-4FBA8F00C4AB}" type="presOf" srcId="{FC665144-3A83-44FD-925B-0B1C7B7899C2}" destId="{F0A1A723-9393-4558-85B5-E4EE3E284C9B}" srcOrd="0" destOrd="0" presId="urn:microsoft.com/office/officeart/2011/layout/TabList"/>
    <dgm:cxn modelId="{A17AB4D9-A30C-43FD-8D9C-420B75583DD6}" type="presOf" srcId="{95FD4637-50AE-49D2-9A68-899C3435762C}" destId="{4EEC78B2-F183-4433-95B8-21F8758D09CC}" srcOrd="0" destOrd="0" presId="urn:microsoft.com/office/officeart/2011/layout/TabList"/>
    <dgm:cxn modelId="{6C9A00E0-8921-4A02-8F89-46C51CC82C68}" srcId="{CDAF3068-33FC-4F27-8B81-745E6EB25B03}" destId="{8E227EA7-869E-4B6E-8FE7-E4ADBA6B970D}" srcOrd="2" destOrd="0" parTransId="{080655BD-65A3-48F1-ABEF-30D3A385EA3A}" sibTransId="{07E72A7B-30DC-4662-87F4-81D81A023B21}"/>
    <dgm:cxn modelId="{3B20B1E0-3B0E-4F15-9AE7-7B769D956E70}" type="presOf" srcId="{E98D1156-DA25-4809-9C04-125FC6A9DEF7}" destId="{88BEC8FE-96F4-4FF6-B0CF-0AE20F56C43F}" srcOrd="0" destOrd="0" presId="urn:microsoft.com/office/officeart/2011/layout/TabList"/>
    <dgm:cxn modelId="{2ED424E3-A8F3-4EB1-8A15-BD80C8AF55F2}" type="presOf" srcId="{8E227EA7-869E-4B6E-8FE7-E4ADBA6B970D}" destId="{2F091B18-41C1-46F6-98E0-65B49E932EA7}" srcOrd="0" destOrd="1" presId="urn:microsoft.com/office/officeart/2011/layout/TabList"/>
    <dgm:cxn modelId="{E3A90BE5-A013-4E8D-88D7-C978463AB058}" type="presOf" srcId="{9AA030B5-A9A6-4361-A271-CC081C93F70D}" destId="{129C9B40-5B37-4330-9C1A-C66BC6544312}" srcOrd="0" destOrd="2" presId="urn:microsoft.com/office/officeart/2011/layout/TabList"/>
    <dgm:cxn modelId="{B3E3D0EF-F81C-4CF8-9447-300DD6FB4FC6}" type="presOf" srcId="{10EBCD20-43D3-42BE-A94B-38CA812A78B3}" destId="{FF57D583-4CAF-45A7-A5B9-A44C061AC03A}" srcOrd="0" destOrd="0" presId="urn:microsoft.com/office/officeart/2011/layout/TabList"/>
    <dgm:cxn modelId="{AA8B27F2-27FF-4E9F-B252-5FE6069B0315}" srcId="{9F329E9A-F539-46C1-9635-3045E34B96B0}" destId="{31CC8DEF-3D6B-4EEA-9581-DC4858B75964}" srcOrd="0" destOrd="0" parTransId="{E085AFCE-888B-46A1-AD93-60BE87252B60}" sibTransId="{472CF30C-D626-4782-B9FB-74916E0BEBC0}"/>
    <dgm:cxn modelId="{A1AF83F3-5C5E-49DE-9FBB-BF3FBFCA4ADE}" type="presOf" srcId="{31CC8DEF-3D6B-4EEA-9581-DC4858B75964}" destId="{AB9B8E2D-1FAD-4216-A60F-15D9BDF1A774}" srcOrd="0" destOrd="0" presId="urn:microsoft.com/office/officeart/2011/layout/TabList"/>
    <dgm:cxn modelId="{4884C8F9-3C67-4922-B627-50DB1033D705}" srcId="{9F329E9A-F539-46C1-9635-3045E34B96B0}" destId="{73022108-2499-4C5E-B78F-B50703A0525B}" srcOrd="3" destOrd="0" parTransId="{5447B054-0B71-46FA-9C00-ACAE64C0EA69}" sibTransId="{1C7E6E03-1673-45B1-B83D-23733FEBE730}"/>
    <dgm:cxn modelId="{25C6E292-5F88-4F4E-9A60-A121D5FBA07F}" type="presParOf" srcId="{FF57D583-4CAF-45A7-A5B9-A44C061AC03A}" destId="{0A0C3A4D-73F0-4416-8E45-6553EF92A33E}" srcOrd="0" destOrd="0" presId="urn:microsoft.com/office/officeart/2011/layout/TabList"/>
    <dgm:cxn modelId="{58DD5CE2-5BC3-4C06-A9C9-0AC5EDB836FB}" type="presParOf" srcId="{0A0C3A4D-73F0-4416-8E45-6553EF92A33E}" destId="{AB9B8E2D-1FAD-4216-A60F-15D9BDF1A774}" srcOrd="0" destOrd="0" presId="urn:microsoft.com/office/officeart/2011/layout/TabList"/>
    <dgm:cxn modelId="{EB7185B2-0B2C-40B3-8784-8948D600E161}" type="presParOf" srcId="{0A0C3A4D-73F0-4416-8E45-6553EF92A33E}" destId="{2E3D905A-41E3-45FB-82E9-F81ABCB0052B}" srcOrd="1" destOrd="0" presId="urn:microsoft.com/office/officeart/2011/layout/TabList"/>
    <dgm:cxn modelId="{26089947-F1C3-491B-A94E-0E9144358341}" type="presParOf" srcId="{0A0C3A4D-73F0-4416-8E45-6553EF92A33E}" destId="{9718B1C4-3FD9-4125-9D87-EBF7FFA48BFF}" srcOrd="2" destOrd="0" presId="urn:microsoft.com/office/officeart/2011/layout/TabList"/>
    <dgm:cxn modelId="{A88F043B-E48F-471A-8F00-E4A08DD4D81E}" type="presParOf" srcId="{FF57D583-4CAF-45A7-A5B9-A44C061AC03A}" destId="{1E8798BD-9D62-46C4-8EB7-A1A9E59536D6}" srcOrd="1" destOrd="0" presId="urn:microsoft.com/office/officeart/2011/layout/TabList"/>
    <dgm:cxn modelId="{D5999315-3EAE-4944-B982-3FC00024AAB3}" type="presParOf" srcId="{FF57D583-4CAF-45A7-A5B9-A44C061AC03A}" destId="{A2B0818B-AECA-44ED-A93B-C7CAF6D71219}" srcOrd="2" destOrd="0" presId="urn:microsoft.com/office/officeart/2011/layout/TabList"/>
    <dgm:cxn modelId="{A290352C-235D-4544-8DE7-807E5DE5F784}" type="presParOf" srcId="{FF57D583-4CAF-45A7-A5B9-A44C061AC03A}" destId="{798B6A27-4828-401D-B737-85718C56E6D0}" srcOrd="3" destOrd="0" presId="urn:microsoft.com/office/officeart/2011/layout/TabList"/>
    <dgm:cxn modelId="{8E0B0D19-2B6E-4F6E-A55B-EBFC64BFC6C7}" type="presParOf" srcId="{798B6A27-4828-401D-B737-85718C56E6D0}" destId="{88BEC8FE-96F4-4FF6-B0CF-0AE20F56C43F}" srcOrd="0" destOrd="0" presId="urn:microsoft.com/office/officeart/2011/layout/TabList"/>
    <dgm:cxn modelId="{C18A08F6-3DF0-42CC-8D4D-B99F4CAFB7E1}" type="presParOf" srcId="{798B6A27-4828-401D-B737-85718C56E6D0}" destId="{CB02B744-0689-4251-B0D4-4D58C0B7A748}" srcOrd="1" destOrd="0" presId="urn:microsoft.com/office/officeart/2011/layout/TabList"/>
    <dgm:cxn modelId="{92EB2BBF-53A4-4C17-A615-630DC265C0E5}" type="presParOf" srcId="{798B6A27-4828-401D-B737-85718C56E6D0}" destId="{F9F4C99F-57AA-4D09-9D4C-C7C57660626C}" srcOrd="2" destOrd="0" presId="urn:microsoft.com/office/officeart/2011/layout/TabList"/>
    <dgm:cxn modelId="{8555583E-4F8E-4920-B1B4-1ECB5D795AB2}" type="presParOf" srcId="{FF57D583-4CAF-45A7-A5B9-A44C061AC03A}" destId="{59220565-A320-4E6A-9072-2F9F599DD6AE}" srcOrd="4" destOrd="0" presId="urn:microsoft.com/office/officeart/2011/layout/TabList"/>
    <dgm:cxn modelId="{450683E4-DFDD-4FE6-91A0-B0B9298945EB}" type="presParOf" srcId="{FF57D583-4CAF-45A7-A5B9-A44C061AC03A}" destId="{CB2CE861-26A6-41F2-AAEB-0EDC9DAFF2EC}" srcOrd="5" destOrd="0" presId="urn:microsoft.com/office/officeart/2011/layout/TabList"/>
    <dgm:cxn modelId="{2918C66E-BF8D-4347-95D4-1A24D609FF27}" type="presParOf" srcId="{FF57D583-4CAF-45A7-A5B9-A44C061AC03A}" destId="{811B35D6-726F-4F7F-8AFB-ED068B6E5A64}" srcOrd="6" destOrd="0" presId="urn:microsoft.com/office/officeart/2011/layout/TabList"/>
    <dgm:cxn modelId="{AAF9697D-5C18-4530-9D9A-513962E76A0B}" type="presParOf" srcId="{811B35D6-726F-4F7F-8AFB-ED068B6E5A64}" destId="{4EEC78B2-F183-4433-95B8-21F8758D09CC}" srcOrd="0" destOrd="0" presId="urn:microsoft.com/office/officeart/2011/layout/TabList"/>
    <dgm:cxn modelId="{7BBDAFC6-F54A-483A-9DC0-8E557F1EACC1}" type="presParOf" srcId="{811B35D6-726F-4F7F-8AFB-ED068B6E5A64}" destId="{40D9F0E5-A50A-4A61-A11B-0E1BF6D50153}" srcOrd="1" destOrd="0" presId="urn:microsoft.com/office/officeart/2011/layout/TabList"/>
    <dgm:cxn modelId="{E42D2EF7-AB53-485B-8C1E-2B995CA5FC55}" type="presParOf" srcId="{811B35D6-726F-4F7F-8AFB-ED068B6E5A64}" destId="{4384E369-8B2B-464C-84F6-A1B74CC11887}" srcOrd="2" destOrd="0" presId="urn:microsoft.com/office/officeart/2011/layout/TabList"/>
    <dgm:cxn modelId="{82959B59-4C48-43CE-BB0F-14F95855CA9F}" type="presParOf" srcId="{FF57D583-4CAF-45A7-A5B9-A44C061AC03A}" destId="{2F091B18-41C1-46F6-98E0-65B49E932EA7}" srcOrd="7" destOrd="0" presId="urn:microsoft.com/office/officeart/2011/layout/TabList"/>
    <dgm:cxn modelId="{8F46EB2E-0E25-42C4-A11C-521AB58B1460}" type="presParOf" srcId="{FF57D583-4CAF-45A7-A5B9-A44C061AC03A}" destId="{86F39423-B49B-448A-89F1-5FD7C2D84597}" srcOrd="8" destOrd="0" presId="urn:microsoft.com/office/officeart/2011/layout/TabList"/>
    <dgm:cxn modelId="{D192A834-0523-4733-B0A4-DB6390B94325}" type="presParOf" srcId="{FF57D583-4CAF-45A7-A5B9-A44C061AC03A}" destId="{31641179-3F5F-4584-AD66-0D0AE2694F0B}" srcOrd="9" destOrd="0" presId="urn:microsoft.com/office/officeart/2011/layout/TabList"/>
    <dgm:cxn modelId="{BA4D5F15-4157-4EC4-B8A3-B2BC40383182}" type="presParOf" srcId="{31641179-3F5F-4584-AD66-0D0AE2694F0B}" destId="{9F6F2BAC-B285-4E5C-88A5-90089FC33CB8}" srcOrd="0" destOrd="0" presId="urn:microsoft.com/office/officeart/2011/layout/TabList"/>
    <dgm:cxn modelId="{C6913F9A-196B-4306-9ABF-AB3EA4C78A0C}" type="presParOf" srcId="{31641179-3F5F-4584-AD66-0D0AE2694F0B}" destId="{E908C3FE-CAA5-407E-BF28-AB51CD0E268D}" srcOrd="1" destOrd="0" presId="urn:microsoft.com/office/officeart/2011/layout/TabList"/>
    <dgm:cxn modelId="{80EE6374-6E5C-4E8D-98A5-810039EFA4C7}" type="presParOf" srcId="{31641179-3F5F-4584-AD66-0D0AE2694F0B}" destId="{1B3C8A64-20C9-40E1-B537-450142BD951D}" srcOrd="2" destOrd="0" presId="urn:microsoft.com/office/officeart/2011/layout/TabList"/>
    <dgm:cxn modelId="{A6B67617-10E3-44F6-84D7-DC2BEF8DD703}" type="presParOf" srcId="{FF57D583-4CAF-45A7-A5B9-A44C061AC03A}" destId="{F0A1A723-9393-4558-85B5-E4EE3E284C9B}" srcOrd="10" destOrd="0" presId="urn:microsoft.com/office/officeart/2011/layout/TabList"/>
    <dgm:cxn modelId="{A66BA1EA-3798-44C1-8126-B5CE8DDF5CDB}" type="presParOf" srcId="{FF57D583-4CAF-45A7-A5B9-A44C061AC03A}" destId="{ED6AFDF2-F859-45AE-B7C9-D4EB4DE240F2}" srcOrd="11" destOrd="0" presId="urn:microsoft.com/office/officeart/2011/layout/TabList"/>
    <dgm:cxn modelId="{0FA76368-C105-489A-AA19-5D652D0EF2A2}" type="presParOf" srcId="{FF57D583-4CAF-45A7-A5B9-A44C061AC03A}" destId="{7DD8EB17-3145-4C8A-ADBC-881965017D5F}" srcOrd="12" destOrd="0" presId="urn:microsoft.com/office/officeart/2011/layout/TabList"/>
    <dgm:cxn modelId="{1FF659B4-F8C0-4714-82E7-65B88E586981}" type="presParOf" srcId="{7DD8EB17-3145-4C8A-ADBC-881965017D5F}" destId="{518CCF27-1B3F-45B9-9814-A0FC275BA53D}" srcOrd="0" destOrd="0" presId="urn:microsoft.com/office/officeart/2011/layout/TabList"/>
    <dgm:cxn modelId="{D1547411-C3E0-4584-806E-F33C4E5DAC73}" type="presParOf" srcId="{7DD8EB17-3145-4C8A-ADBC-881965017D5F}" destId="{AE6E24BF-2A69-4385-838B-81CAD13691C6}" srcOrd="1" destOrd="0" presId="urn:microsoft.com/office/officeart/2011/layout/TabList"/>
    <dgm:cxn modelId="{F932680E-13FC-4A0D-8524-500A7E610303}" type="presParOf" srcId="{7DD8EB17-3145-4C8A-ADBC-881965017D5F}" destId="{CE1509E5-B88B-4888-9828-480AC4E2CB8B}" srcOrd="2" destOrd="0" presId="urn:microsoft.com/office/officeart/2011/layout/TabList"/>
    <dgm:cxn modelId="{7194B379-B169-4944-97D8-D6E716526658}" type="presParOf" srcId="{FF57D583-4CAF-45A7-A5B9-A44C061AC03A}" destId="{129C9B40-5B37-4330-9C1A-C66BC6544312}" srcOrd="13" destOrd="0" presId="urn:microsoft.com/office/officeart/2011/layout/TabList"/>
    <dgm:cxn modelId="{D7351C6E-5108-4BE7-987A-FF57A7766178}" type="presParOf" srcId="{FF57D583-4CAF-45A7-A5B9-A44C061AC03A}" destId="{85A1CD91-34E6-4282-897D-97A7FA8D9857}" srcOrd="14" destOrd="0" presId="urn:microsoft.com/office/officeart/2011/layout/TabList"/>
    <dgm:cxn modelId="{96287FC8-D4A4-4B37-9307-BF7396E20160}" type="presParOf" srcId="{FF57D583-4CAF-45A7-A5B9-A44C061AC03A}" destId="{5EEC9E4B-E1B8-4AC0-8E64-494C67C7C86D}" srcOrd="15" destOrd="0" presId="urn:microsoft.com/office/officeart/2011/layout/TabList"/>
    <dgm:cxn modelId="{F9F4A84E-F322-4888-ADCD-B3E0F896A775}" type="presParOf" srcId="{5EEC9E4B-E1B8-4AC0-8E64-494C67C7C86D}" destId="{3C9AAABD-F8A0-42C3-A389-3BDE9C41FA87}" srcOrd="0" destOrd="0" presId="urn:microsoft.com/office/officeart/2011/layout/TabList"/>
    <dgm:cxn modelId="{B4E0622E-57FA-4058-BC99-B4E64486C0C7}" type="presParOf" srcId="{5EEC9E4B-E1B8-4AC0-8E64-494C67C7C86D}" destId="{D0871028-EE1A-4D66-B1B6-A9333CC672EE}" srcOrd="1" destOrd="0" presId="urn:microsoft.com/office/officeart/2011/layout/TabList"/>
    <dgm:cxn modelId="{0197452B-6B81-4FE3-B829-7B8D16311153}" type="presParOf" srcId="{5EEC9E4B-E1B8-4AC0-8E64-494C67C7C86D}" destId="{40CEB591-8EE7-4AB0-957B-F4F74EBB709C}" srcOrd="2" destOrd="0" presId="urn:microsoft.com/office/officeart/2011/layout/TabList"/>
    <dgm:cxn modelId="{4ADEBF85-CEC4-4982-B2B1-43BCB81DE25F}" type="presParOf" srcId="{FF57D583-4CAF-45A7-A5B9-A44C061AC03A}" destId="{E5D940E4-9A5B-4432-8F4B-79D9BDF8CCB1}" srcOrd="16" destOrd="0" presId="urn:microsoft.com/office/officeart/2011/layout/TabList"/>
    <dgm:cxn modelId="{E6A8BAA0-8518-43FF-B841-C5BF4961E17D}" type="presParOf" srcId="{FF57D583-4CAF-45A7-A5B9-A44C061AC03A}" destId="{297799D7-5C9A-4912-83AF-D127344CCA8B}" srcOrd="17" destOrd="0" presId="urn:microsoft.com/office/officeart/2011/layout/TabList"/>
    <dgm:cxn modelId="{15727978-A255-4E3B-B7F0-F73C3267C2C2}" type="presParOf" srcId="{FF57D583-4CAF-45A7-A5B9-A44C061AC03A}" destId="{A69B4EEB-15BD-404C-8253-CF5B6471A8D6}" srcOrd="18" destOrd="0" presId="urn:microsoft.com/office/officeart/2011/layout/TabList"/>
    <dgm:cxn modelId="{890F930F-256D-42D1-B986-3C513F000A56}" type="presParOf" srcId="{A69B4EEB-15BD-404C-8253-CF5B6471A8D6}" destId="{FE3FDA10-70B7-43C4-A2C3-8F58A4402811}" srcOrd="0" destOrd="0" presId="urn:microsoft.com/office/officeart/2011/layout/TabList"/>
    <dgm:cxn modelId="{29CD3832-7560-4FF9-88C1-EC3AC6B882A4}" type="presParOf" srcId="{A69B4EEB-15BD-404C-8253-CF5B6471A8D6}" destId="{EC9FD75E-6630-452F-B76E-8C4294C33888}" srcOrd="1" destOrd="0" presId="urn:microsoft.com/office/officeart/2011/layout/TabList"/>
    <dgm:cxn modelId="{2ECD0869-09DC-4548-9B4E-8062AF5312C2}" type="presParOf" srcId="{A69B4EEB-15BD-404C-8253-CF5B6471A8D6}" destId="{4637807A-5193-48ED-93F4-BE0C48432F54}" srcOrd="2" destOrd="0" presId="urn:microsoft.com/office/officeart/2011/layout/TabList"/>
    <dgm:cxn modelId="{AF243E72-DD1E-44BE-B660-2372DD11E7AD}" type="presParOf" srcId="{FF57D583-4CAF-45A7-A5B9-A44C061AC03A}" destId="{F78B6853-F520-44E7-A66A-3C28B052B3E5}" srcOrd="19" destOrd="0" presId="urn:microsoft.com/office/officeart/2011/layout/Tab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7807A-5193-48ED-93F4-BE0C48432F54}">
      <dsp:nvSpPr>
        <dsp:cNvPr id="0" name=""/>
        <dsp:cNvSpPr/>
      </dsp:nvSpPr>
      <dsp:spPr>
        <a:xfrm>
          <a:off x="0" y="3941044"/>
          <a:ext cx="9983585" cy="0"/>
        </a:xfrm>
        <a:prstGeom prst="line">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CEB591-8EE7-4AB0-957B-F4F74EBB709C}">
      <dsp:nvSpPr>
        <dsp:cNvPr id="0" name=""/>
        <dsp:cNvSpPr/>
      </dsp:nvSpPr>
      <dsp:spPr>
        <a:xfrm>
          <a:off x="0" y="3276583"/>
          <a:ext cx="9983585" cy="0"/>
        </a:xfrm>
        <a:prstGeom prst="line">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1509E5-B88B-4888-9828-480AC4E2CB8B}">
      <dsp:nvSpPr>
        <dsp:cNvPr id="0" name=""/>
        <dsp:cNvSpPr/>
      </dsp:nvSpPr>
      <dsp:spPr>
        <a:xfrm>
          <a:off x="0" y="2471893"/>
          <a:ext cx="9983585" cy="0"/>
        </a:xfrm>
        <a:prstGeom prst="line">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3C8A64-20C9-40E1-B537-450142BD951D}">
      <dsp:nvSpPr>
        <dsp:cNvPr id="0" name=""/>
        <dsp:cNvSpPr/>
      </dsp:nvSpPr>
      <dsp:spPr>
        <a:xfrm>
          <a:off x="0" y="1817286"/>
          <a:ext cx="9983585" cy="0"/>
        </a:xfrm>
        <a:prstGeom prst="line">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384E369-8B2B-464C-84F6-A1B74CC11887}">
      <dsp:nvSpPr>
        <dsp:cNvPr id="0" name=""/>
        <dsp:cNvSpPr/>
      </dsp:nvSpPr>
      <dsp:spPr>
        <a:xfrm>
          <a:off x="0" y="1242829"/>
          <a:ext cx="9983585" cy="0"/>
        </a:xfrm>
        <a:prstGeom prst="line">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F4C99F-57AA-4D09-9D4C-C7C57660626C}">
      <dsp:nvSpPr>
        <dsp:cNvPr id="0" name=""/>
        <dsp:cNvSpPr/>
      </dsp:nvSpPr>
      <dsp:spPr>
        <a:xfrm>
          <a:off x="0" y="657492"/>
          <a:ext cx="9983585" cy="0"/>
        </a:xfrm>
        <a:prstGeom prst="line">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18B1C4-3FD9-4125-9D87-EBF7FFA48BFF}">
      <dsp:nvSpPr>
        <dsp:cNvPr id="0" name=""/>
        <dsp:cNvSpPr/>
      </dsp:nvSpPr>
      <dsp:spPr>
        <a:xfrm>
          <a:off x="0" y="140054"/>
          <a:ext cx="9983585" cy="0"/>
        </a:xfrm>
        <a:prstGeom prst="line">
          <a:avLst/>
        </a:pr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9B8E2D-1FAD-4216-A60F-15D9BDF1A774}">
      <dsp:nvSpPr>
        <dsp:cNvPr id="0" name=""/>
        <dsp:cNvSpPr/>
      </dsp:nvSpPr>
      <dsp:spPr>
        <a:xfrm>
          <a:off x="2595732" y="1861"/>
          <a:ext cx="7387852" cy="138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b" anchorCtr="0">
          <a:noAutofit/>
        </a:bodyPr>
        <a:lstStyle/>
        <a:p>
          <a:pPr marL="0" lvl="0" indent="0" algn="l" defTabSz="444500">
            <a:lnSpc>
              <a:spcPct val="90000"/>
            </a:lnSpc>
            <a:spcBef>
              <a:spcPct val="0"/>
            </a:spcBef>
            <a:spcAft>
              <a:spcPct val="35000"/>
            </a:spcAft>
            <a:buNone/>
          </a:pPr>
          <a:r>
            <a:rPr lang="en-IE" sz="1000" kern="1200" dirty="0"/>
            <a:t>Basic Project Setup : Scenes &amp; </a:t>
          </a:r>
          <a:r>
            <a:rPr lang="en-IE" sz="1000" kern="1200" dirty="0" err="1"/>
            <a:t>TileMap</a:t>
          </a:r>
          <a:r>
            <a:rPr lang="en-IE" sz="1000" kern="1200" dirty="0"/>
            <a:t> foundations</a:t>
          </a:r>
          <a:endParaRPr lang="en-GB" sz="1000" kern="1200" dirty="0"/>
        </a:p>
      </dsp:txBody>
      <dsp:txXfrm>
        <a:off x="2595732" y="1861"/>
        <a:ext cx="7387852" cy="138192"/>
      </dsp:txXfrm>
    </dsp:sp>
    <dsp:sp modelId="{2E3D905A-41E3-45FB-82E9-F81ABCB0052B}">
      <dsp:nvSpPr>
        <dsp:cNvPr id="0" name=""/>
        <dsp:cNvSpPr/>
      </dsp:nvSpPr>
      <dsp:spPr>
        <a:xfrm>
          <a:off x="0" y="1861"/>
          <a:ext cx="2595732" cy="138192"/>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IE" sz="1000" kern="1200" dirty="0"/>
            <a:t>Implementation 1 (Past)</a:t>
          </a:r>
          <a:endParaRPr lang="en-GB" sz="1000" kern="1200" dirty="0"/>
        </a:p>
      </dsp:txBody>
      <dsp:txXfrm>
        <a:off x="6747" y="8608"/>
        <a:ext cx="2582238" cy="131445"/>
      </dsp:txXfrm>
    </dsp:sp>
    <dsp:sp modelId="{1E8798BD-9D62-46C4-8EB7-A1A9E59536D6}">
      <dsp:nvSpPr>
        <dsp:cNvPr id="0" name=""/>
        <dsp:cNvSpPr/>
      </dsp:nvSpPr>
      <dsp:spPr>
        <a:xfrm>
          <a:off x="0" y="140054"/>
          <a:ext cx="9983585" cy="372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a:lnSpc>
              <a:spcPct val="90000"/>
            </a:lnSpc>
            <a:spcBef>
              <a:spcPct val="0"/>
            </a:spcBef>
            <a:spcAft>
              <a:spcPct val="15000"/>
            </a:spcAft>
            <a:buChar char="•"/>
          </a:pPr>
          <a:r>
            <a:rPr lang="en-IE" sz="700" kern="1200" dirty="0"/>
            <a:t>This Implementation phase was brief, it’s goal is to setup a project foundation to build onto and research new concepts that may apply. </a:t>
          </a:r>
          <a:endParaRPr lang="en-GB" sz="700" kern="1200" dirty="0"/>
        </a:p>
        <a:p>
          <a:pPr marL="57150" lvl="1" indent="-57150" algn="l" defTabSz="311150">
            <a:lnSpc>
              <a:spcPct val="90000"/>
            </a:lnSpc>
            <a:spcBef>
              <a:spcPct val="0"/>
            </a:spcBef>
            <a:spcAft>
              <a:spcPct val="15000"/>
            </a:spcAft>
            <a:buChar char="•"/>
          </a:pPr>
          <a:r>
            <a:rPr lang="en-IE" sz="700" kern="1200" dirty="0"/>
            <a:t>Experimentation with this research has led upon a few ideas and implementation changes, example; Using </a:t>
          </a:r>
          <a:r>
            <a:rPr lang="en-IE" sz="700" kern="1200" dirty="0" err="1"/>
            <a:t>Callbacks</a:t>
          </a:r>
          <a:r>
            <a:rPr lang="en-IE" sz="700" kern="1200" dirty="0"/>
            <a:t> for button effects.</a:t>
          </a:r>
          <a:endParaRPr lang="en-GB" sz="700" kern="1200" dirty="0"/>
        </a:p>
        <a:p>
          <a:pPr marL="57150" lvl="1" indent="-57150" algn="l" defTabSz="311150">
            <a:lnSpc>
              <a:spcPct val="90000"/>
            </a:lnSpc>
            <a:spcBef>
              <a:spcPct val="0"/>
            </a:spcBef>
            <a:spcAft>
              <a:spcPct val="15000"/>
            </a:spcAft>
            <a:buChar char="•"/>
          </a:pPr>
          <a:r>
            <a:rPr lang="en-IE" sz="700" kern="1200" dirty="0">
              <a:solidFill>
                <a:srgbClr val="00B050"/>
              </a:solidFill>
            </a:rPr>
            <a:t>Implementation Status: COMPLETED</a:t>
          </a:r>
          <a:endParaRPr lang="en-GB" sz="700" kern="1200" dirty="0">
            <a:solidFill>
              <a:srgbClr val="00B050"/>
            </a:solidFill>
          </a:endParaRPr>
        </a:p>
      </dsp:txBody>
      <dsp:txXfrm>
        <a:off x="0" y="140054"/>
        <a:ext cx="9983585" cy="372335"/>
      </dsp:txXfrm>
    </dsp:sp>
    <dsp:sp modelId="{88BEC8FE-96F4-4FF6-B0CF-0AE20F56C43F}">
      <dsp:nvSpPr>
        <dsp:cNvPr id="0" name=""/>
        <dsp:cNvSpPr/>
      </dsp:nvSpPr>
      <dsp:spPr>
        <a:xfrm>
          <a:off x="2595732" y="519300"/>
          <a:ext cx="7387852" cy="138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b" anchorCtr="0">
          <a:noAutofit/>
        </a:bodyPr>
        <a:lstStyle/>
        <a:p>
          <a:pPr marL="0" lvl="0" indent="0" algn="l" defTabSz="444500">
            <a:lnSpc>
              <a:spcPct val="90000"/>
            </a:lnSpc>
            <a:spcBef>
              <a:spcPct val="0"/>
            </a:spcBef>
            <a:spcAft>
              <a:spcPct val="35000"/>
            </a:spcAft>
            <a:buNone/>
          </a:pPr>
          <a:r>
            <a:rPr lang="en-IE" sz="1000" kern="1200" dirty="0"/>
            <a:t>Player Movement and </a:t>
          </a:r>
          <a:r>
            <a:rPr lang="en-IE" sz="1000" kern="1200" dirty="0" err="1"/>
            <a:t>TileMap</a:t>
          </a:r>
          <a:r>
            <a:rPr lang="en-IE" sz="1000" kern="1200" dirty="0"/>
            <a:t> – Map Awareness</a:t>
          </a:r>
          <a:endParaRPr lang="en-GB" sz="1000" kern="1200" dirty="0"/>
        </a:p>
      </dsp:txBody>
      <dsp:txXfrm>
        <a:off x="2595732" y="519300"/>
        <a:ext cx="7387852" cy="138192"/>
      </dsp:txXfrm>
    </dsp:sp>
    <dsp:sp modelId="{CB02B744-0689-4251-B0D4-4D58C0B7A748}">
      <dsp:nvSpPr>
        <dsp:cNvPr id="0" name=""/>
        <dsp:cNvSpPr/>
      </dsp:nvSpPr>
      <dsp:spPr>
        <a:xfrm>
          <a:off x="0" y="519300"/>
          <a:ext cx="2595732" cy="138192"/>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IE" sz="1000" kern="1200" dirty="0"/>
            <a:t>Implementation 2 (Present)</a:t>
          </a:r>
          <a:endParaRPr lang="en-GB" sz="1000" kern="1200" dirty="0"/>
        </a:p>
      </dsp:txBody>
      <dsp:txXfrm>
        <a:off x="6747" y="526047"/>
        <a:ext cx="2582238" cy="131445"/>
      </dsp:txXfrm>
    </dsp:sp>
    <dsp:sp modelId="{59220565-A320-4E6A-9072-2F9F599DD6AE}">
      <dsp:nvSpPr>
        <dsp:cNvPr id="0" name=""/>
        <dsp:cNvSpPr/>
      </dsp:nvSpPr>
      <dsp:spPr>
        <a:xfrm>
          <a:off x="0" y="657492"/>
          <a:ext cx="9983585" cy="440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a:lnSpc>
              <a:spcPct val="90000"/>
            </a:lnSpc>
            <a:spcBef>
              <a:spcPct val="0"/>
            </a:spcBef>
            <a:spcAft>
              <a:spcPct val="15000"/>
            </a:spcAft>
            <a:buChar char="•"/>
          </a:pPr>
          <a:r>
            <a:rPr lang="en-IE" sz="700" kern="1200" dirty="0"/>
            <a:t>This implementation is currently ongoing as of writing(Update if this changes) – It will go over Player movement in the world and making it feel smooth such as; camera view changes to follow the moving player, player will “Eventually” have a sprite and different animations based on what they are doing.</a:t>
          </a:r>
          <a:endParaRPr lang="en-GB" sz="700" kern="1200" dirty="0"/>
        </a:p>
        <a:p>
          <a:pPr marL="57150" lvl="1" indent="-57150" algn="l" defTabSz="311150">
            <a:lnSpc>
              <a:spcPct val="90000"/>
            </a:lnSpc>
            <a:spcBef>
              <a:spcPct val="0"/>
            </a:spcBef>
            <a:spcAft>
              <a:spcPct val="15000"/>
            </a:spcAft>
            <a:buChar char="•"/>
          </a:pPr>
          <a:r>
            <a:rPr lang="en-IE" sz="700" kern="1200" dirty="0"/>
            <a:t>Map will have its resource nodes generated and reaching edge of the world will have some safety checks. </a:t>
          </a:r>
          <a:endParaRPr lang="en-GB" sz="700" kern="1200" dirty="0"/>
        </a:p>
        <a:p>
          <a:pPr marL="57150" lvl="1" indent="-57150" algn="l" defTabSz="311150">
            <a:lnSpc>
              <a:spcPct val="90000"/>
            </a:lnSpc>
            <a:spcBef>
              <a:spcPct val="0"/>
            </a:spcBef>
            <a:spcAft>
              <a:spcPct val="15000"/>
            </a:spcAft>
            <a:buChar char="•"/>
          </a:pPr>
          <a:r>
            <a:rPr lang="en-IE" sz="700" kern="1200" dirty="0">
              <a:solidFill>
                <a:schemeClr val="accent5">
                  <a:lumMod val="75000"/>
                </a:schemeClr>
              </a:solidFill>
            </a:rPr>
            <a:t>Implementation Status: ONGOING W/ Research</a:t>
          </a:r>
          <a:endParaRPr lang="en-GB" sz="700" kern="1200" dirty="0">
            <a:solidFill>
              <a:schemeClr val="accent5">
                <a:lumMod val="75000"/>
              </a:schemeClr>
            </a:solidFill>
          </a:endParaRPr>
        </a:p>
      </dsp:txBody>
      <dsp:txXfrm>
        <a:off x="0" y="657492"/>
        <a:ext cx="9983585" cy="440234"/>
      </dsp:txXfrm>
    </dsp:sp>
    <dsp:sp modelId="{4EEC78B2-F183-4433-95B8-21F8758D09CC}">
      <dsp:nvSpPr>
        <dsp:cNvPr id="0" name=""/>
        <dsp:cNvSpPr/>
      </dsp:nvSpPr>
      <dsp:spPr>
        <a:xfrm>
          <a:off x="2595732" y="1104636"/>
          <a:ext cx="7387852" cy="138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b" anchorCtr="0">
          <a:noAutofit/>
        </a:bodyPr>
        <a:lstStyle/>
        <a:p>
          <a:pPr marL="0" lvl="0" indent="0" algn="l" defTabSz="444500">
            <a:lnSpc>
              <a:spcPct val="90000"/>
            </a:lnSpc>
            <a:spcBef>
              <a:spcPct val="0"/>
            </a:spcBef>
            <a:spcAft>
              <a:spcPct val="35000"/>
            </a:spcAft>
            <a:buNone/>
          </a:pPr>
          <a:r>
            <a:rPr lang="en-IE" sz="1000" kern="1200" dirty="0"/>
            <a:t>Inventory &amp; Resource Acquisition</a:t>
          </a:r>
          <a:endParaRPr lang="en-GB" sz="1000" kern="1200" dirty="0"/>
        </a:p>
      </dsp:txBody>
      <dsp:txXfrm>
        <a:off x="2595732" y="1104636"/>
        <a:ext cx="7387852" cy="138192"/>
      </dsp:txXfrm>
    </dsp:sp>
    <dsp:sp modelId="{40D9F0E5-A50A-4A61-A11B-0E1BF6D50153}">
      <dsp:nvSpPr>
        <dsp:cNvPr id="0" name=""/>
        <dsp:cNvSpPr/>
      </dsp:nvSpPr>
      <dsp:spPr>
        <a:xfrm>
          <a:off x="0" y="1104636"/>
          <a:ext cx="2595732" cy="138192"/>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IE" sz="1000" kern="1200" dirty="0"/>
            <a:t>Implementation 3 (Future &amp; Beyond)</a:t>
          </a:r>
          <a:endParaRPr lang="en-GB" sz="1000" kern="1200" dirty="0"/>
        </a:p>
      </dsp:txBody>
      <dsp:txXfrm>
        <a:off x="6747" y="1111383"/>
        <a:ext cx="2582238" cy="131445"/>
      </dsp:txXfrm>
    </dsp:sp>
    <dsp:sp modelId="{2F091B18-41C1-46F6-98E0-65B49E932EA7}">
      <dsp:nvSpPr>
        <dsp:cNvPr id="0" name=""/>
        <dsp:cNvSpPr/>
      </dsp:nvSpPr>
      <dsp:spPr>
        <a:xfrm>
          <a:off x="0" y="1242829"/>
          <a:ext cx="9983585" cy="4293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a:lnSpc>
              <a:spcPct val="90000"/>
            </a:lnSpc>
            <a:spcBef>
              <a:spcPct val="0"/>
            </a:spcBef>
            <a:spcAft>
              <a:spcPct val="15000"/>
            </a:spcAft>
            <a:buChar char="•"/>
          </a:pPr>
          <a:r>
            <a:rPr lang="en-IE" sz="700" kern="1200" dirty="0"/>
            <a:t>This implementation has been researched a little bit, but not extensively. – Core will be setting up the Inventory with several methods of acquiring, sending or otherwise moving items around. NOTE: As of writing current goal is to mess with Modals, I need to look into this for the settings persisting between scenes and such, so being able to open 2 mini modals – inventory’s of A and B would be stellar. But if too complicated I have a backup plan to pivot – Resource Retrieval Pads.</a:t>
          </a:r>
          <a:endParaRPr lang="en-GB" sz="700" kern="1200" dirty="0"/>
        </a:p>
        <a:p>
          <a:pPr marL="57150" lvl="1" indent="-57150" algn="l" defTabSz="311150">
            <a:lnSpc>
              <a:spcPct val="90000"/>
            </a:lnSpc>
            <a:spcBef>
              <a:spcPct val="0"/>
            </a:spcBef>
            <a:spcAft>
              <a:spcPct val="15000"/>
            </a:spcAft>
            <a:buChar char="•"/>
          </a:pPr>
          <a:r>
            <a:rPr lang="en-IE" sz="700" kern="1200" dirty="0"/>
            <a:t>Resource Nodes need to be able to give something when interacting in a given way, e.g. mining stone or cutting down trees or gathering water, etc. </a:t>
          </a:r>
          <a:endParaRPr lang="en-GB" sz="700" kern="1200" dirty="0"/>
        </a:p>
        <a:p>
          <a:pPr marL="57150" lvl="1" indent="-57150" algn="l" defTabSz="311150">
            <a:lnSpc>
              <a:spcPct val="90000"/>
            </a:lnSpc>
            <a:spcBef>
              <a:spcPct val="0"/>
            </a:spcBef>
            <a:spcAft>
              <a:spcPct val="15000"/>
            </a:spcAft>
            <a:buChar char="•"/>
          </a:pPr>
          <a:r>
            <a:rPr lang="en-IE" sz="700" kern="1200" dirty="0">
              <a:solidFill>
                <a:srgbClr val="0070C0"/>
              </a:solidFill>
            </a:rPr>
            <a:t>Implementation Status: Research Only currently</a:t>
          </a:r>
          <a:endParaRPr lang="en-GB" sz="700" kern="1200" dirty="0">
            <a:solidFill>
              <a:srgbClr val="0070C0"/>
            </a:solidFill>
          </a:endParaRPr>
        </a:p>
      </dsp:txBody>
      <dsp:txXfrm>
        <a:off x="0" y="1242829"/>
        <a:ext cx="9983585" cy="429354"/>
      </dsp:txXfrm>
    </dsp:sp>
    <dsp:sp modelId="{9F6F2BAC-B285-4E5C-88A5-90089FC33CB8}">
      <dsp:nvSpPr>
        <dsp:cNvPr id="0" name=""/>
        <dsp:cNvSpPr/>
      </dsp:nvSpPr>
      <dsp:spPr>
        <a:xfrm>
          <a:off x="2595732" y="1679093"/>
          <a:ext cx="7387852" cy="138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b" anchorCtr="0">
          <a:noAutofit/>
        </a:bodyPr>
        <a:lstStyle/>
        <a:p>
          <a:pPr marL="0" lvl="0" indent="0" algn="l" defTabSz="444500">
            <a:lnSpc>
              <a:spcPct val="90000"/>
            </a:lnSpc>
            <a:spcBef>
              <a:spcPct val="0"/>
            </a:spcBef>
            <a:spcAft>
              <a:spcPct val="35000"/>
            </a:spcAft>
            <a:buNone/>
          </a:pPr>
          <a:r>
            <a:rPr lang="en-IE" sz="1000" kern="1200" dirty="0">
              <a:solidFill>
                <a:schemeClr val="tx1"/>
              </a:solidFill>
            </a:rPr>
            <a:t>Conveyor/Automation Foundation – Basic Input-Output</a:t>
          </a:r>
          <a:endParaRPr lang="en-GB" sz="1000" kern="1200" dirty="0">
            <a:solidFill>
              <a:schemeClr val="tx1"/>
            </a:solidFill>
          </a:endParaRPr>
        </a:p>
      </dsp:txBody>
      <dsp:txXfrm>
        <a:off x="2595732" y="1679093"/>
        <a:ext cx="7387852" cy="138192"/>
      </dsp:txXfrm>
    </dsp:sp>
    <dsp:sp modelId="{E908C3FE-CAA5-407E-BF28-AB51CD0E268D}">
      <dsp:nvSpPr>
        <dsp:cNvPr id="0" name=""/>
        <dsp:cNvSpPr/>
      </dsp:nvSpPr>
      <dsp:spPr>
        <a:xfrm>
          <a:off x="0" y="1679093"/>
          <a:ext cx="2595732" cy="138192"/>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IE" sz="1000" kern="1200" dirty="0">
              <a:solidFill>
                <a:schemeClr val="bg1"/>
              </a:solidFill>
            </a:rPr>
            <a:t>Implementation 4</a:t>
          </a:r>
          <a:endParaRPr lang="en-GB" sz="1000" kern="1200" dirty="0">
            <a:solidFill>
              <a:schemeClr val="bg1"/>
            </a:solidFill>
          </a:endParaRPr>
        </a:p>
      </dsp:txBody>
      <dsp:txXfrm>
        <a:off x="6747" y="1685840"/>
        <a:ext cx="2582238" cy="131445"/>
      </dsp:txXfrm>
    </dsp:sp>
    <dsp:sp modelId="{F0A1A723-9393-4558-85B5-E4EE3E284C9B}">
      <dsp:nvSpPr>
        <dsp:cNvPr id="0" name=""/>
        <dsp:cNvSpPr/>
      </dsp:nvSpPr>
      <dsp:spPr>
        <a:xfrm>
          <a:off x="0" y="1817286"/>
          <a:ext cx="9983585" cy="509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a:lnSpc>
              <a:spcPct val="90000"/>
            </a:lnSpc>
            <a:spcBef>
              <a:spcPct val="0"/>
            </a:spcBef>
            <a:spcAft>
              <a:spcPct val="15000"/>
            </a:spcAft>
            <a:buChar char="•"/>
          </a:pPr>
          <a:r>
            <a:rPr lang="en-IE" sz="700" kern="1200" dirty="0">
              <a:solidFill>
                <a:schemeClr val="tx1"/>
              </a:solidFill>
            </a:rPr>
            <a:t>This implementation will begin the investigation process and setup of the larger Automation side of things, such as placing the  structures and the different kinds of structures/conveyors/miners in the world and allowing them to accept an input – output between another similar conveyor(s). Goal is to keep this data orientated over object orientated.</a:t>
          </a:r>
          <a:endParaRPr lang="en-GB" sz="700" kern="1200" dirty="0">
            <a:solidFill>
              <a:schemeClr val="tx1"/>
            </a:solidFill>
          </a:endParaRPr>
        </a:p>
        <a:p>
          <a:pPr marL="57150" lvl="1" indent="-57150" algn="l" defTabSz="311150">
            <a:lnSpc>
              <a:spcPct val="90000"/>
            </a:lnSpc>
            <a:spcBef>
              <a:spcPct val="0"/>
            </a:spcBef>
            <a:spcAft>
              <a:spcPct val="15000"/>
            </a:spcAft>
            <a:buChar char="•"/>
          </a:pPr>
          <a:r>
            <a:rPr lang="en-IE" sz="700" kern="1200" dirty="0">
              <a:solidFill>
                <a:schemeClr val="tx1"/>
              </a:solidFill>
            </a:rPr>
            <a:t>Alterable statistics will be preferred, e.g. Water flows better in a pipe, but stones or coal will not move as fast through it, better to use a Conveyor for materials such as that.</a:t>
          </a:r>
          <a:endParaRPr lang="en-GB" sz="700" kern="1200" dirty="0">
            <a:solidFill>
              <a:schemeClr val="tx1"/>
            </a:solidFill>
          </a:endParaRPr>
        </a:p>
        <a:p>
          <a:pPr marL="57150" lvl="1" indent="-57150" algn="l" defTabSz="311150">
            <a:lnSpc>
              <a:spcPct val="90000"/>
            </a:lnSpc>
            <a:spcBef>
              <a:spcPct val="0"/>
            </a:spcBef>
            <a:spcAft>
              <a:spcPct val="15000"/>
            </a:spcAft>
            <a:buChar char="•"/>
          </a:pPr>
          <a:r>
            <a:rPr lang="en-IE" sz="700" kern="1200" dirty="0">
              <a:solidFill>
                <a:schemeClr val="accent2"/>
              </a:solidFill>
            </a:rPr>
            <a:t>Implementation Status: Researched mildly – but on the backburner currently</a:t>
          </a:r>
          <a:endParaRPr lang="en-GB" sz="700" kern="1200" dirty="0">
            <a:solidFill>
              <a:schemeClr val="accent2"/>
            </a:solidFill>
          </a:endParaRPr>
        </a:p>
      </dsp:txBody>
      <dsp:txXfrm>
        <a:off x="0" y="1817286"/>
        <a:ext cx="9983585" cy="509504"/>
      </dsp:txXfrm>
    </dsp:sp>
    <dsp:sp modelId="{518CCF27-1B3F-45B9-9814-A0FC275BA53D}">
      <dsp:nvSpPr>
        <dsp:cNvPr id="0" name=""/>
        <dsp:cNvSpPr/>
      </dsp:nvSpPr>
      <dsp:spPr>
        <a:xfrm>
          <a:off x="2595732" y="2333700"/>
          <a:ext cx="7387852" cy="138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b" anchorCtr="0">
          <a:noAutofit/>
        </a:bodyPr>
        <a:lstStyle/>
        <a:p>
          <a:pPr marL="0" lvl="0" indent="0" algn="l" defTabSz="444500">
            <a:lnSpc>
              <a:spcPct val="90000"/>
            </a:lnSpc>
            <a:spcBef>
              <a:spcPct val="0"/>
            </a:spcBef>
            <a:spcAft>
              <a:spcPct val="35000"/>
            </a:spcAft>
            <a:buNone/>
          </a:pPr>
          <a:r>
            <a:rPr lang="en-IE" sz="1000" kern="1200" dirty="0">
              <a:solidFill>
                <a:schemeClr val="tx1"/>
              </a:solidFill>
            </a:rPr>
            <a:t>Conveyor/Automation – Interconnectivity</a:t>
          </a:r>
          <a:endParaRPr lang="en-GB" sz="1000" kern="1200" dirty="0">
            <a:solidFill>
              <a:schemeClr val="tx1"/>
            </a:solidFill>
          </a:endParaRPr>
        </a:p>
      </dsp:txBody>
      <dsp:txXfrm>
        <a:off x="2595732" y="2333700"/>
        <a:ext cx="7387852" cy="138192"/>
      </dsp:txXfrm>
    </dsp:sp>
    <dsp:sp modelId="{AE6E24BF-2A69-4385-838B-81CAD13691C6}">
      <dsp:nvSpPr>
        <dsp:cNvPr id="0" name=""/>
        <dsp:cNvSpPr/>
      </dsp:nvSpPr>
      <dsp:spPr>
        <a:xfrm>
          <a:off x="0" y="2333700"/>
          <a:ext cx="2595732" cy="138192"/>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IE" sz="1000" kern="1200" dirty="0">
              <a:solidFill>
                <a:schemeClr val="bg1"/>
              </a:solidFill>
            </a:rPr>
            <a:t>Implementation 5</a:t>
          </a:r>
          <a:endParaRPr lang="en-GB" sz="1000" kern="1200" dirty="0">
            <a:solidFill>
              <a:schemeClr val="bg1"/>
            </a:solidFill>
          </a:endParaRPr>
        </a:p>
      </dsp:txBody>
      <dsp:txXfrm>
        <a:off x="6747" y="2340447"/>
        <a:ext cx="2582238" cy="131445"/>
      </dsp:txXfrm>
    </dsp:sp>
    <dsp:sp modelId="{129C9B40-5B37-4330-9C1A-C66BC6544312}">
      <dsp:nvSpPr>
        <dsp:cNvPr id="0" name=""/>
        <dsp:cNvSpPr/>
      </dsp:nvSpPr>
      <dsp:spPr>
        <a:xfrm>
          <a:off x="0" y="2471893"/>
          <a:ext cx="9983585" cy="659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a:lnSpc>
              <a:spcPct val="90000"/>
            </a:lnSpc>
            <a:spcBef>
              <a:spcPct val="0"/>
            </a:spcBef>
            <a:spcAft>
              <a:spcPct val="15000"/>
            </a:spcAft>
            <a:buChar char="•"/>
          </a:pPr>
          <a:r>
            <a:rPr lang="en-IE" sz="700" kern="1200" dirty="0">
              <a:solidFill>
                <a:schemeClr val="tx1"/>
              </a:solidFill>
            </a:rPr>
            <a:t>Reinforcing interconnectivity as a whole – Transitioning from 1 type of resource into another, or dealing with sorting systems that will allow knowledgeable players to maximize efficiency – Tiles can have multiple types of resource traversers on them, such as Pipes underground and conveyors atop.</a:t>
          </a:r>
          <a:endParaRPr lang="en-GB" sz="700" kern="1200" dirty="0">
            <a:solidFill>
              <a:schemeClr val="tx1"/>
            </a:solidFill>
          </a:endParaRPr>
        </a:p>
        <a:p>
          <a:pPr marL="57150" lvl="1" indent="-57150" algn="l" defTabSz="311150">
            <a:lnSpc>
              <a:spcPct val="90000"/>
            </a:lnSpc>
            <a:spcBef>
              <a:spcPct val="0"/>
            </a:spcBef>
            <a:spcAft>
              <a:spcPct val="15000"/>
            </a:spcAft>
            <a:buChar char="•"/>
          </a:pPr>
          <a:r>
            <a:rPr lang="en-IE" sz="700" kern="1200" dirty="0">
              <a:solidFill>
                <a:schemeClr val="tx1"/>
              </a:solidFill>
            </a:rPr>
            <a:t>Automating Resource Acquisition, e.g. Machines that will mine a resource node and have a storage capacity, if connected to a traversal system it will offload the mineral resource.</a:t>
          </a:r>
          <a:endParaRPr lang="en-GB" sz="700" kern="1200" dirty="0">
            <a:solidFill>
              <a:schemeClr val="tx1"/>
            </a:solidFill>
          </a:endParaRPr>
        </a:p>
        <a:p>
          <a:pPr marL="57150" lvl="1" indent="-57150" algn="l" defTabSz="311150">
            <a:lnSpc>
              <a:spcPct val="90000"/>
            </a:lnSpc>
            <a:spcBef>
              <a:spcPct val="0"/>
            </a:spcBef>
            <a:spcAft>
              <a:spcPct val="15000"/>
            </a:spcAft>
            <a:buChar char="•"/>
          </a:pPr>
          <a:r>
            <a:rPr lang="en-IE" sz="700" kern="1200" dirty="0">
              <a:solidFill>
                <a:schemeClr val="tx1"/>
              </a:solidFill>
            </a:rPr>
            <a:t>Height matters : Going off a cliff and dropping a mineral onto a traversal system below will be perfect for player ingenuity, to maximize resource gain.</a:t>
          </a:r>
          <a:endParaRPr lang="en-GB" sz="700" kern="1200" dirty="0">
            <a:solidFill>
              <a:schemeClr val="tx1"/>
            </a:solidFill>
          </a:endParaRPr>
        </a:p>
        <a:p>
          <a:pPr marL="57150" lvl="1" indent="-57150" algn="l" defTabSz="311150">
            <a:lnSpc>
              <a:spcPct val="90000"/>
            </a:lnSpc>
            <a:spcBef>
              <a:spcPct val="0"/>
            </a:spcBef>
            <a:spcAft>
              <a:spcPct val="15000"/>
            </a:spcAft>
            <a:buChar char="•"/>
          </a:pPr>
          <a:r>
            <a:rPr lang="en-IE" sz="700" kern="1200" dirty="0">
              <a:solidFill>
                <a:schemeClr val="accent2"/>
              </a:solidFill>
            </a:rPr>
            <a:t>Implementation Status: Researched mildly – but on the backburner currently</a:t>
          </a:r>
          <a:endParaRPr lang="en-GB" sz="700" kern="1200" dirty="0">
            <a:solidFill>
              <a:schemeClr val="tx1"/>
            </a:solidFill>
          </a:endParaRPr>
        </a:p>
      </dsp:txBody>
      <dsp:txXfrm>
        <a:off x="0" y="2471893"/>
        <a:ext cx="9983585" cy="659587"/>
      </dsp:txXfrm>
    </dsp:sp>
    <dsp:sp modelId="{3C9AAABD-F8A0-42C3-A389-3BDE9C41FA87}">
      <dsp:nvSpPr>
        <dsp:cNvPr id="0" name=""/>
        <dsp:cNvSpPr/>
      </dsp:nvSpPr>
      <dsp:spPr>
        <a:xfrm>
          <a:off x="2595732" y="3138390"/>
          <a:ext cx="7387852" cy="138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b" anchorCtr="0">
          <a:noAutofit/>
        </a:bodyPr>
        <a:lstStyle/>
        <a:p>
          <a:pPr marL="0" lvl="0" indent="0" algn="l" defTabSz="444500">
            <a:lnSpc>
              <a:spcPct val="90000"/>
            </a:lnSpc>
            <a:spcBef>
              <a:spcPct val="0"/>
            </a:spcBef>
            <a:spcAft>
              <a:spcPct val="35000"/>
            </a:spcAft>
            <a:buNone/>
          </a:pPr>
          <a:r>
            <a:rPr lang="en-IE" sz="1000" kern="1200" dirty="0">
              <a:solidFill>
                <a:schemeClr val="tx1"/>
              </a:solidFill>
            </a:rPr>
            <a:t>Natural Progression &amp; Resource Importance</a:t>
          </a:r>
          <a:endParaRPr lang="en-GB" sz="1000" kern="1200" dirty="0">
            <a:solidFill>
              <a:schemeClr val="tx1"/>
            </a:solidFill>
          </a:endParaRPr>
        </a:p>
      </dsp:txBody>
      <dsp:txXfrm>
        <a:off x="2595732" y="3138390"/>
        <a:ext cx="7387852" cy="138192"/>
      </dsp:txXfrm>
    </dsp:sp>
    <dsp:sp modelId="{D0871028-EE1A-4D66-B1B6-A9333CC672EE}">
      <dsp:nvSpPr>
        <dsp:cNvPr id="0" name=""/>
        <dsp:cNvSpPr/>
      </dsp:nvSpPr>
      <dsp:spPr>
        <a:xfrm>
          <a:off x="0" y="3138390"/>
          <a:ext cx="2595732" cy="138192"/>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IE" sz="1000" kern="1200" dirty="0">
              <a:solidFill>
                <a:schemeClr val="bg1"/>
              </a:solidFill>
            </a:rPr>
            <a:t>Implementation 6 </a:t>
          </a:r>
          <a:endParaRPr lang="en-GB" sz="1000" kern="1200" dirty="0">
            <a:solidFill>
              <a:schemeClr val="bg1"/>
            </a:solidFill>
          </a:endParaRPr>
        </a:p>
      </dsp:txBody>
      <dsp:txXfrm>
        <a:off x="6747" y="3145137"/>
        <a:ext cx="2582238" cy="131445"/>
      </dsp:txXfrm>
    </dsp:sp>
    <dsp:sp modelId="{E5D940E4-9A5B-4432-8F4B-79D9BDF8CCB1}">
      <dsp:nvSpPr>
        <dsp:cNvPr id="0" name=""/>
        <dsp:cNvSpPr/>
      </dsp:nvSpPr>
      <dsp:spPr>
        <a:xfrm>
          <a:off x="0" y="3276583"/>
          <a:ext cx="9983585" cy="519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t" anchorCtr="0">
          <a:noAutofit/>
        </a:bodyPr>
        <a:lstStyle/>
        <a:p>
          <a:pPr marL="57150" lvl="1" indent="-57150" algn="l" defTabSz="311150">
            <a:lnSpc>
              <a:spcPct val="90000"/>
            </a:lnSpc>
            <a:spcBef>
              <a:spcPct val="0"/>
            </a:spcBef>
            <a:spcAft>
              <a:spcPct val="15000"/>
            </a:spcAft>
            <a:buChar char="•"/>
          </a:pPr>
          <a:r>
            <a:rPr lang="en-IE" sz="700" kern="1200" dirty="0">
              <a:solidFill>
                <a:schemeClr val="tx1"/>
              </a:solidFill>
            </a:rPr>
            <a:t>Currently, even in theory, the resources are not vital, they serve no purpose other than “Number go Up”. Goal is to tie this passively to player progression, Biome specific Resources for example, some will be locked behind a Ravine or Beyond a Mountain Range.</a:t>
          </a:r>
          <a:endParaRPr lang="en-GB" sz="700" kern="1200" dirty="0">
            <a:solidFill>
              <a:schemeClr val="tx1"/>
            </a:solidFill>
          </a:endParaRPr>
        </a:p>
        <a:p>
          <a:pPr marL="57150" lvl="1" indent="-57150" algn="l" defTabSz="311150">
            <a:lnSpc>
              <a:spcPct val="90000"/>
            </a:lnSpc>
            <a:spcBef>
              <a:spcPct val="0"/>
            </a:spcBef>
            <a:spcAft>
              <a:spcPct val="15000"/>
            </a:spcAft>
            <a:buChar char="•"/>
          </a:pPr>
          <a:r>
            <a:rPr lang="en-IE" sz="700" kern="1200" dirty="0">
              <a:solidFill>
                <a:schemeClr val="tx1"/>
              </a:solidFill>
            </a:rPr>
            <a:t>Utilizing Player Progression, as a player wants to see the whole game, we can use this to encourage exploration, certain items must have their blueprints be crafted before you can make them. Using them can allow them to overcome the previously mentioned obstacles, e.g. Jump Pad to bridge small ravine gaps.</a:t>
          </a:r>
          <a:endParaRPr lang="en-GB" sz="700" kern="1200" dirty="0">
            <a:solidFill>
              <a:schemeClr val="tx1"/>
            </a:solidFill>
          </a:endParaRPr>
        </a:p>
        <a:p>
          <a:pPr marL="57150" lvl="1" indent="-57150" algn="l" defTabSz="311150">
            <a:lnSpc>
              <a:spcPct val="90000"/>
            </a:lnSpc>
            <a:spcBef>
              <a:spcPct val="0"/>
            </a:spcBef>
            <a:spcAft>
              <a:spcPct val="15000"/>
            </a:spcAft>
            <a:buChar char="•"/>
          </a:pPr>
          <a:r>
            <a:rPr lang="en-IE" sz="700" kern="1200" dirty="0">
              <a:solidFill>
                <a:srgbClr val="CC3399"/>
              </a:solidFill>
            </a:rPr>
            <a:t>Implementation Status: Not Really Actively Worked on – Though to be kept as I progress.</a:t>
          </a:r>
          <a:endParaRPr lang="en-GB" sz="700" kern="1200" dirty="0">
            <a:solidFill>
              <a:srgbClr val="CC3399"/>
            </a:solidFill>
          </a:endParaRPr>
        </a:p>
      </dsp:txBody>
      <dsp:txXfrm>
        <a:off x="0" y="3276583"/>
        <a:ext cx="9983585" cy="519359"/>
      </dsp:txXfrm>
    </dsp:sp>
    <dsp:sp modelId="{FE3FDA10-70B7-43C4-A2C3-8F58A4402811}">
      <dsp:nvSpPr>
        <dsp:cNvPr id="0" name=""/>
        <dsp:cNvSpPr/>
      </dsp:nvSpPr>
      <dsp:spPr>
        <a:xfrm>
          <a:off x="2595732" y="3802851"/>
          <a:ext cx="7387852" cy="1381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b" anchorCtr="0">
          <a:noAutofit/>
        </a:bodyPr>
        <a:lstStyle/>
        <a:p>
          <a:pPr marL="0" lvl="0" indent="0" algn="l" defTabSz="444500">
            <a:lnSpc>
              <a:spcPct val="90000"/>
            </a:lnSpc>
            <a:spcBef>
              <a:spcPct val="0"/>
            </a:spcBef>
            <a:spcAft>
              <a:spcPct val="35000"/>
            </a:spcAft>
            <a:buNone/>
          </a:pPr>
          <a:r>
            <a:rPr lang="en-IE" sz="1000" kern="1200" dirty="0">
              <a:solidFill>
                <a:schemeClr val="tx1"/>
              </a:solidFill>
            </a:rPr>
            <a:t>Polish Phase &amp; Animation – Sprites</a:t>
          </a:r>
          <a:endParaRPr lang="en-GB" sz="1000" kern="1200" dirty="0">
            <a:solidFill>
              <a:schemeClr val="tx1"/>
            </a:solidFill>
          </a:endParaRPr>
        </a:p>
      </dsp:txBody>
      <dsp:txXfrm>
        <a:off x="2595732" y="3802851"/>
        <a:ext cx="7387852" cy="138192"/>
      </dsp:txXfrm>
    </dsp:sp>
    <dsp:sp modelId="{EC9FD75E-6630-452F-B76E-8C4294C33888}">
      <dsp:nvSpPr>
        <dsp:cNvPr id="0" name=""/>
        <dsp:cNvSpPr/>
      </dsp:nvSpPr>
      <dsp:spPr>
        <a:xfrm>
          <a:off x="0" y="3802851"/>
          <a:ext cx="2595732" cy="138192"/>
        </a:xfrm>
        <a:prstGeom prst="round2SameRect">
          <a:avLst>
            <a:gd name="adj1" fmla="val 16670"/>
            <a:gd name="adj2" fmla="val 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444500">
            <a:lnSpc>
              <a:spcPct val="90000"/>
            </a:lnSpc>
            <a:spcBef>
              <a:spcPct val="0"/>
            </a:spcBef>
            <a:spcAft>
              <a:spcPct val="35000"/>
            </a:spcAft>
            <a:buNone/>
          </a:pPr>
          <a:r>
            <a:rPr lang="en-IE" sz="1000" kern="1200" dirty="0">
              <a:solidFill>
                <a:schemeClr val="bg1"/>
              </a:solidFill>
            </a:rPr>
            <a:t>Implementation 7</a:t>
          </a:r>
          <a:endParaRPr lang="en-GB" sz="1000" kern="1200" dirty="0">
            <a:solidFill>
              <a:schemeClr val="bg1"/>
            </a:solidFill>
          </a:endParaRPr>
        </a:p>
      </dsp:txBody>
      <dsp:txXfrm>
        <a:off x="6747" y="3809598"/>
        <a:ext cx="2582238" cy="131445"/>
      </dsp:txXfrm>
    </dsp:sp>
    <dsp:sp modelId="{F78B6853-F520-44E7-A66A-3C28B052B3E5}">
      <dsp:nvSpPr>
        <dsp:cNvPr id="0" name=""/>
        <dsp:cNvSpPr/>
      </dsp:nvSpPr>
      <dsp:spPr>
        <a:xfrm>
          <a:off x="0" y="3941044"/>
          <a:ext cx="9983585" cy="2764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t" anchorCtr="0">
          <a:noAutofit/>
        </a:bodyPr>
        <a:lstStyle/>
        <a:p>
          <a:pPr marL="57150" lvl="1" indent="-57150" algn="l" defTabSz="355600">
            <a:lnSpc>
              <a:spcPct val="90000"/>
            </a:lnSpc>
            <a:spcBef>
              <a:spcPct val="0"/>
            </a:spcBef>
            <a:spcAft>
              <a:spcPct val="15000"/>
            </a:spcAft>
            <a:buChar char="•"/>
          </a:pPr>
          <a:r>
            <a:rPr lang="en-IE" sz="800" kern="1200" dirty="0">
              <a:solidFill>
                <a:schemeClr val="tx1"/>
              </a:solidFill>
            </a:rPr>
            <a:t>Animation system so that I can animate anything with consideration of context- Key Use will be the Player, e.g. carrying something, about to place something,  etc.</a:t>
          </a:r>
          <a:endParaRPr lang="en-GB" sz="800" kern="1200" dirty="0">
            <a:solidFill>
              <a:schemeClr val="tx1"/>
            </a:solidFill>
          </a:endParaRPr>
        </a:p>
      </dsp:txBody>
      <dsp:txXfrm>
        <a:off x="0" y="3941044"/>
        <a:ext cx="9983585" cy="276426"/>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F7AFFB9B-9FB8-469E-96F9-4D32314110B6}" type="datetimeFigureOut">
              <a:rPr lang="en-US" dirty="0"/>
              <a:t>11/14/2025</a:t>
            </a:fld>
            <a:endParaRPr lang="en-US" dirty="0"/>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7F47CF-67C9-420C-80A5-E2069FF0C2DF}"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dirty="0"/>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dirty="0"/>
              <a:t>11/14/2025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C3BFE2-83B7-4B0A-B9D3-AB28331082B3}"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EF78E3-FDA3-4D28-AAA2-0B81F349A39D}"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1D2AC3-6A0B-4169-B1EA-E3AE8B351BDD}"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4B9363-8B87-41B7-9F8E-64519CBB8F34}"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EF5746-5284-4951-9F37-7AE924EDBCB7}"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398B29-7265-4A65-A2A4-6703C057B7C1}" type="datetimeFigureOut">
              <a:rPr lang="en-US" dirty="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8FBA082-94DF-4C4B-A041-6624924AB0A8}" type="datetimeFigureOut">
              <a:rPr lang="en-US" dirty="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27686C4-3AB5-4E0C-86CA-FB108C350AA9}" type="datetimeFigureOut">
              <a:rPr lang="en-US" dirty="0"/>
              <a:t>11/14/2025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dirty="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C35BB1C6-BF8F-4481-8AB2-603A1C8A906A}" type="datetimeFigureOut">
              <a:rPr lang="en-US" dirty="0"/>
              <a:t>11/14/2025</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63F7-336A-4A40-82A0-5A3D7C34106B}"/>
              </a:ext>
            </a:extLst>
          </p:cNvPr>
          <p:cNvSpPr>
            <a:spLocks noGrp="1"/>
          </p:cNvSpPr>
          <p:nvPr>
            <p:ph type="ctrTitle"/>
          </p:nvPr>
        </p:nvSpPr>
        <p:spPr/>
        <p:txBody>
          <a:bodyPr/>
          <a:lstStyle/>
          <a:p>
            <a:r>
              <a:rPr lang="en-IE" dirty="0" err="1"/>
              <a:t>Prototory</a:t>
            </a:r>
            <a:r>
              <a:rPr lang="en-IE" dirty="0"/>
              <a:t> :</a:t>
            </a:r>
            <a:br>
              <a:rPr lang="en-IE" dirty="0"/>
            </a:br>
            <a:r>
              <a:rPr lang="en-IE" dirty="0"/>
              <a:t>“A Christmas Carol”</a:t>
            </a:r>
            <a:endParaRPr lang="en-GB" dirty="0"/>
          </a:p>
        </p:txBody>
      </p:sp>
      <p:sp>
        <p:nvSpPr>
          <p:cNvPr id="3" name="Subtitle 2">
            <a:extLst>
              <a:ext uri="{FF2B5EF4-FFF2-40B4-BE49-F238E27FC236}">
                <a16:creationId xmlns:a16="http://schemas.microsoft.com/office/drawing/2014/main" id="{D443758D-8F8A-4FFB-AB86-09F8C68D0C94}"/>
              </a:ext>
            </a:extLst>
          </p:cNvPr>
          <p:cNvSpPr>
            <a:spLocks noGrp="1"/>
          </p:cNvSpPr>
          <p:nvPr>
            <p:ph type="subTitle" idx="1"/>
          </p:nvPr>
        </p:nvSpPr>
        <p:spPr/>
        <p:txBody>
          <a:bodyPr/>
          <a:lstStyle/>
          <a:p>
            <a:r>
              <a:rPr lang="en-IE" dirty="0"/>
              <a:t>Covering the past, present &amp; future</a:t>
            </a:r>
            <a:endParaRPr lang="en-GB" dirty="0"/>
          </a:p>
        </p:txBody>
      </p:sp>
    </p:spTree>
    <p:extLst>
      <p:ext uri="{BB962C8B-B14F-4D97-AF65-F5344CB8AC3E}">
        <p14:creationId xmlns:p14="http://schemas.microsoft.com/office/powerpoint/2010/main" val="1678936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0E79B-47B6-4A78-A0D9-1E6F75B403E5}"/>
              </a:ext>
            </a:extLst>
          </p:cNvPr>
          <p:cNvSpPr>
            <a:spLocks noGrp="1"/>
          </p:cNvSpPr>
          <p:nvPr>
            <p:ph type="title"/>
          </p:nvPr>
        </p:nvSpPr>
        <p:spPr>
          <a:xfrm>
            <a:off x="683868" y="41563"/>
            <a:ext cx="10396882" cy="1151965"/>
          </a:xfrm>
        </p:spPr>
        <p:txBody>
          <a:bodyPr/>
          <a:lstStyle/>
          <a:p>
            <a:r>
              <a:rPr lang="en-IE" dirty="0"/>
              <a:t>Timeline</a:t>
            </a:r>
            <a:endParaRPr lang="en-GB" dirty="0"/>
          </a:p>
        </p:txBody>
      </p:sp>
      <p:graphicFrame>
        <p:nvGraphicFramePr>
          <p:cNvPr id="4" name="Content Placeholder 3">
            <a:extLst>
              <a:ext uri="{FF2B5EF4-FFF2-40B4-BE49-F238E27FC236}">
                <a16:creationId xmlns:a16="http://schemas.microsoft.com/office/drawing/2014/main" id="{A358724E-EB55-4246-9E07-22E48F4065BB}"/>
              </a:ext>
            </a:extLst>
          </p:cNvPr>
          <p:cNvGraphicFramePr>
            <a:graphicFrameLocks noGrp="1"/>
          </p:cNvGraphicFramePr>
          <p:nvPr>
            <p:ph sz="quarter" idx="13"/>
            <p:extLst>
              <p:ext uri="{D42A27DB-BD31-4B8C-83A1-F6EECF244321}">
                <p14:modId xmlns:p14="http://schemas.microsoft.com/office/powerpoint/2010/main" val="3938035110"/>
              </p:ext>
            </p:extLst>
          </p:nvPr>
        </p:nvGraphicFramePr>
        <p:xfrm>
          <a:off x="685800" y="1444451"/>
          <a:ext cx="10394950" cy="36387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EC8C1522-3668-4513-AA4C-297D6121D83E}"/>
              </a:ext>
            </a:extLst>
          </p:cNvPr>
          <p:cNvGraphicFramePr/>
          <p:nvPr>
            <p:extLst>
              <p:ext uri="{D42A27DB-BD31-4B8C-83A1-F6EECF244321}">
                <p14:modId xmlns:p14="http://schemas.microsoft.com/office/powerpoint/2010/main" val="1811469950"/>
              </p:ext>
            </p:extLst>
          </p:nvPr>
        </p:nvGraphicFramePr>
        <p:xfrm>
          <a:off x="685800" y="1097895"/>
          <a:ext cx="9983585" cy="42193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416117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TM04033927[[fn=Main Event]]</Template>
  <TotalTime>131</TotalTime>
  <Words>749</Words>
  <Application>Microsoft Office PowerPoint</Application>
  <PresentationFormat>Widescreen</PresentationFormat>
  <Paragraphs>37</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Impact</vt:lpstr>
      <vt:lpstr>Main Event</vt:lpstr>
      <vt:lpstr>Prototory : “A Christmas Carol”</vt:lpstr>
      <vt:lpstr>Timeline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Prototory : “A Christmas Carol”</dc:title>
  <dc:creator>(Student  C00287898) Jordan Lewis-Phelan</dc:creator>
  <cp:lastModifiedBy>(Student  C00287898) Jordan Lewis-Phelan</cp:lastModifiedBy>
  <cp:revision>11</cp:revision>
  <dcterms:created xsi:type="dcterms:W3CDTF">2025-11-14T11:39:54Z</dcterms:created>
  <dcterms:modified xsi:type="dcterms:W3CDTF">2025-11-14T13:51:35Z</dcterms:modified>
</cp:coreProperties>
</file>